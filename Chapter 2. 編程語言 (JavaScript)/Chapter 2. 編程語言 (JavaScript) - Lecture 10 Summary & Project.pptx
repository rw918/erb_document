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8wXFQBJqm2AP+XRuMPaZWhzz9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b77e25e5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2eb77e25e5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f8861ae9d6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f8861ae9d6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2f8861ae9d6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f8861ae9d6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2f8861ae9d6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2f8861ae9d6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2f8861ae9d6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2f8861ae9d6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2f8861ae9d6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f8861ae9d6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2f8861ae9d6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2f8861ae9d6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2f8861ae9d6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2f8861ae9d6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f8861ae9d6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2f8861ae9d6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2f8861ae9d6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2f8861ae9d6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2f8861ae9d6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2f8861ae9d6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2f8861ae9d6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2f8861ae9d6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f8861ae9d6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2f8861ae9d6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2f8861ae9d6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2f8861ae9d6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f8861ae9d6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f8861ae9d6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8861ae9d6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2f8861ae9d6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2f8861ae9d6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f8861ae9d6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f8861ae9d6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2f8861ae9d6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2f8861ae9d6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2f8861ae9d6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8861ae9d6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2f8861ae9d6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2f8861ae9d6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2f8861ae9d6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2f8861ae9d6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2f8861ae9d6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2f8861ae9d6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2f8861ae9d6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8861ae9d6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2f8861ae9d6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2f8861ae9d6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2f8861ae9d6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2f8861ae9d6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2f8861ae9d6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8861ae9d6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2f8861ae9d6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2f8861ae9d6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2f8861ae9d6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2f8861ae9d6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2f8861ae9d6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8861ae9d6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2f8861ae9d6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2f8861ae9d6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2f8861ae9d6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2f8861ae9d6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8861ae9d6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2f8861ae9d6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2f8861ae9d6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2f8861ae9d6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2f8861ae9d6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f8861ae9d6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2f8861ae9d6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2f8861ae9d6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eb77e25e54_0_0"/>
          <p:cNvSpPr/>
          <p:nvPr/>
        </p:nvSpPr>
        <p:spPr>
          <a:xfrm>
            <a:off x="10310420" y="6331352"/>
            <a:ext cx="1704000" cy="41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g2eb77e25e5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2eb77e25e54_0_0"/>
          <p:cNvSpPr txBox="1"/>
          <p:nvPr/>
        </p:nvSpPr>
        <p:spPr>
          <a:xfrm>
            <a:off x="6605100" y="2344575"/>
            <a:ext cx="4739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0EFEE"/>
                </a:solidFill>
                <a:latin typeface="Arial"/>
                <a:ea typeface="Arial"/>
                <a:cs typeface="Arial"/>
                <a:sym typeface="Arial"/>
              </a:rPr>
              <a:t>Lecture 10</a:t>
            </a:r>
            <a:endParaRPr b="1" i="0" sz="4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2eb77e25e54_0_0"/>
          <p:cNvSpPr txBox="1"/>
          <p:nvPr/>
        </p:nvSpPr>
        <p:spPr>
          <a:xfrm>
            <a:off x="7124700" y="3774200"/>
            <a:ext cx="42198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800" u="none" cap="none" strike="noStrike">
                <a:solidFill>
                  <a:srgbClr val="F0EFEE"/>
                </a:solidFill>
                <a:latin typeface="Arial"/>
                <a:ea typeface="Arial"/>
                <a:cs typeface="Arial"/>
                <a:sym typeface="Arial"/>
              </a:rPr>
              <a:t>Summary &amp; Project</a:t>
            </a:r>
            <a:endParaRPr b="0" i="0" sz="2800" u="none" cap="none" strike="noStrike">
              <a:solidFill>
                <a:srgbClr val="F0EF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g2eb77e25e54_0_0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rgbClr val="F0EFE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205" y="756904"/>
            <a:ext cx="5508795" cy="550879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type="title"/>
          </p:nvPr>
        </p:nvSpPr>
        <p:spPr>
          <a:xfrm>
            <a:off x="7280476" y="1626765"/>
            <a:ext cx="407332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Agenda</a:t>
            </a:r>
            <a:endParaRPr/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7280476" y="3102015"/>
            <a:ext cx="4073324" cy="2426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>
                <a:solidFill>
                  <a:schemeClr val="lt1"/>
                </a:solidFill>
              </a:rPr>
              <a:t>JS101 Summary</a:t>
            </a:r>
            <a:endParaRPr>
              <a:solidFill>
                <a:schemeClr val="lt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>
                <a:solidFill>
                  <a:schemeClr val="lt1"/>
                </a:solidFill>
              </a:rPr>
              <a:t>Project</a:t>
            </a:r>
            <a:endParaRPr>
              <a:solidFill>
                <a:schemeClr val="lt1"/>
              </a:solidFill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3"/>
          <p:cNvGrpSpPr/>
          <p:nvPr/>
        </p:nvGrpSpPr>
        <p:grpSpPr>
          <a:xfrm>
            <a:off x="8923224" y="3307131"/>
            <a:ext cx="2993315" cy="2620023"/>
            <a:chOff x="5259929" y="732609"/>
            <a:chExt cx="6557447" cy="5739679"/>
          </a:xfrm>
        </p:grpSpPr>
        <p:grpSp>
          <p:nvGrpSpPr>
            <p:cNvPr id="118" name="Google Shape;118;p3"/>
            <p:cNvGrpSpPr/>
            <p:nvPr/>
          </p:nvGrpSpPr>
          <p:grpSpPr>
            <a:xfrm rot="-819711">
              <a:off x="7170204" y="1966879"/>
              <a:ext cx="818239" cy="1067012"/>
              <a:chOff x="7135154" y="1236172"/>
              <a:chExt cx="818239" cy="1067012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7515757" y="1236172"/>
                <a:ext cx="437636" cy="579959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" name="Google Shape;120;p3"/>
              <p:cNvGrpSpPr/>
              <p:nvPr/>
            </p:nvGrpSpPr>
            <p:grpSpPr>
              <a:xfrm>
                <a:off x="7135154" y="1625666"/>
                <a:ext cx="791263" cy="677518"/>
                <a:chOff x="1934025" y="1001650"/>
                <a:chExt cx="415300" cy="355600"/>
              </a:xfrm>
            </p:grpSpPr>
            <p:sp>
              <p:nvSpPr>
                <p:cNvPr id="121" name="Google Shape;121;p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" name="Google Shape;122;p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" name="Google Shape;123;p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5" name="Google Shape;125;p3"/>
            <p:cNvSpPr/>
            <p:nvPr/>
          </p:nvSpPr>
          <p:spPr>
            <a:xfrm rot="859076">
              <a:off x="6902959" y="4365208"/>
              <a:ext cx="594943" cy="763617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 rot="-1283923">
              <a:off x="11027933" y="4691747"/>
              <a:ext cx="615998" cy="1067146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7" name="Google Shape;127;p3"/>
            <p:cNvGrpSpPr/>
            <p:nvPr/>
          </p:nvGrpSpPr>
          <p:grpSpPr>
            <a:xfrm rot="929063">
              <a:off x="10666804" y="845475"/>
              <a:ext cx="970497" cy="919297"/>
              <a:chOff x="2583100" y="2973775"/>
              <a:chExt cx="461550" cy="437200"/>
            </a:xfrm>
          </p:grpSpPr>
          <p:sp>
            <p:nvSpPr>
              <p:cNvPr id="128" name="Google Shape;128;p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3"/>
            <p:cNvGrpSpPr/>
            <p:nvPr/>
          </p:nvGrpSpPr>
          <p:grpSpPr>
            <a:xfrm>
              <a:off x="5259929" y="5850591"/>
              <a:ext cx="836160" cy="621697"/>
              <a:chOff x="5247525" y="3007275"/>
              <a:chExt cx="517575" cy="384825"/>
            </a:xfrm>
          </p:grpSpPr>
          <p:sp>
            <p:nvSpPr>
              <p:cNvPr id="131" name="Google Shape;131;p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3"/>
            <p:cNvGrpSpPr/>
            <p:nvPr/>
          </p:nvGrpSpPr>
          <p:grpSpPr>
            <a:xfrm rot="-995547">
              <a:off x="8647518" y="3715003"/>
              <a:ext cx="874254" cy="717779"/>
              <a:chOff x="2599525" y="3688600"/>
              <a:chExt cx="428675" cy="351950"/>
            </a:xfrm>
          </p:grpSpPr>
          <p:sp>
            <p:nvSpPr>
              <p:cNvPr id="134" name="Google Shape;134;p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3"/>
            <p:cNvGrpSpPr/>
            <p:nvPr/>
          </p:nvGrpSpPr>
          <p:grpSpPr>
            <a:xfrm>
              <a:off x="10447576" y="3460793"/>
              <a:ext cx="688367" cy="688367"/>
              <a:chOff x="5941025" y="3634400"/>
              <a:chExt cx="467650" cy="467650"/>
            </a:xfrm>
          </p:grpSpPr>
          <p:sp>
            <p:nvSpPr>
              <p:cNvPr id="138" name="Google Shape;138;p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" name="Google Shape;144;p3"/>
            <p:cNvGrpSpPr/>
            <p:nvPr/>
          </p:nvGrpSpPr>
          <p:grpSpPr>
            <a:xfrm rot="-1150443">
              <a:off x="9034399" y="1570431"/>
              <a:ext cx="754931" cy="714873"/>
              <a:chOff x="5973900" y="318475"/>
              <a:chExt cx="401900" cy="380575"/>
            </a:xfrm>
          </p:grpSpPr>
          <p:sp>
            <p:nvSpPr>
              <p:cNvPr id="145" name="Google Shape;145;p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3"/>
            <p:cNvGrpSpPr/>
            <p:nvPr/>
          </p:nvGrpSpPr>
          <p:grpSpPr>
            <a:xfrm rot="-2485111">
              <a:off x="7686365" y="5449375"/>
              <a:ext cx="833869" cy="799904"/>
              <a:chOff x="5233525" y="4954450"/>
              <a:chExt cx="538275" cy="516350"/>
            </a:xfrm>
          </p:grpSpPr>
          <p:sp>
            <p:nvSpPr>
              <p:cNvPr id="160" name="Google Shape;160;p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1" name="Google Shape;171;p3"/>
          <p:cNvSpPr txBox="1"/>
          <p:nvPr>
            <p:ph type="title"/>
          </p:nvPr>
        </p:nvSpPr>
        <p:spPr>
          <a:xfrm>
            <a:off x="838199" y="365125"/>
            <a:ext cx="108922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JS101 Summary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What have we learnt so far?</a:t>
            </a:r>
            <a:endParaRPr/>
          </a:p>
        </p:txBody>
      </p:sp>
      <p:sp>
        <p:nvSpPr>
          <p:cNvPr id="177" name="Google Shape;177;p4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Command Line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Java Script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Variables, List/Array, Object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Conditions and Conditional Statements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Loops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User Input</a:t>
            </a:r>
            <a:endParaRPr sz="2400"/>
          </a:p>
        </p:txBody>
      </p:sp>
      <p:sp>
        <p:nvSpPr>
          <p:cNvPr id="178" name="Google Shape;178;p4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400"/>
              <a:t>How we construct a program from what we learnt?</a:t>
            </a:r>
            <a:endParaRPr sz="3400"/>
          </a:p>
        </p:txBody>
      </p:sp>
      <p:sp>
        <p:nvSpPr>
          <p:cNvPr id="185" name="Google Shape;185;p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1520275" y="2676300"/>
            <a:ext cx="9489600" cy="7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Programs (your assignments, projects, Microsoft Word etc)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1520275" y="4581300"/>
            <a:ext cx="2046300" cy="7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(e.g. if, for, while)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3730075" y="4581300"/>
            <a:ext cx="2596500" cy="7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Built-in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(Array, Object, regex etc)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5558875" y="3590700"/>
            <a:ext cx="1804500" cy="7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Built-in Libraries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(e.g. readline)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7540075" y="3590700"/>
            <a:ext cx="2596500" cy="7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Source and 3rd Party Libraries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(e.g. prompt-sync)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1520275" y="1761900"/>
            <a:ext cx="9489600" cy="7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Editor (VSCode, Eclipse, Jetbrains Series etc)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5"/>
          <p:cNvCxnSpPr>
            <a:stCxn id="191" idx="1"/>
            <a:endCxn id="186" idx="1"/>
          </p:cNvCxnSpPr>
          <p:nvPr/>
        </p:nvCxnSpPr>
        <p:spPr>
          <a:xfrm>
            <a:off x="1520275" y="2133600"/>
            <a:ext cx="600" cy="914400"/>
          </a:xfrm>
          <a:prstGeom prst="curvedConnector3">
            <a:avLst>
              <a:gd fmla="val -6938333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3" name="Google Shape;193;p5"/>
          <p:cNvSpPr txBox="1"/>
          <p:nvPr/>
        </p:nvSpPr>
        <p:spPr>
          <a:xfrm>
            <a:off x="16725" y="2332475"/>
            <a:ext cx="938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5"/>
          <p:cNvCxnSpPr/>
          <p:nvPr/>
        </p:nvCxnSpPr>
        <p:spPr>
          <a:xfrm flipH="1" rot="-5400000">
            <a:off x="1011350" y="4690625"/>
            <a:ext cx="914400" cy="6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5" name="Google Shape;195;p5"/>
          <p:cNvSpPr txBox="1"/>
          <p:nvPr/>
        </p:nvSpPr>
        <p:spPr>
          <a:xfrm>
            <a:off x="16725" y="4466075"/>
            <a:ext cx="938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1520275" y="3590700"/>
            <a:ext cx="3886200" cy="7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Programming Languages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(e.g. Java Script, Python, Java etc)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5"/>
          <p:cNvCxnSpPr/>
          <p:nvPr/>
        </p:nvCxnSpPr>
        <p:spPr>
          <a:xfrm flipH="1" rot="-5400000">
            <a:off x="1063375" y="3657300"/>
            <a:ext cx="914400" cy="6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8" name="Google Shape;198;p5"/>
          <p:cNvSpPr txBox="1"/>
          <p:nvPr/>
        </p:nvSpPr>
        <p:spPr>
          <a:xfrm>
            <a:off x="16725" y="3399275"/>
            <a:ext cx="938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with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10283275" y="3590700"/>
            <a:ext cx="1804500" cy="7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Package Manager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(e.g. npm)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5"/>
          <p:cNvCxnSpPr>
            <a:stCxn id="190" idx="2"/>
            <a:endCxn id="199" idx="2"/>
          </p:cNvCxnSpPr>
          <p:nvPr/>
        </p:nvCxnSpPr>
        <p:spPr>
          <a:xfrm flipH="1" rot="-5400000">
            <a:off x="10011625" y="3160800"/>
            <a:ext cx="600" cy="23472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1" name="Google Shape;201;p5"/>
          <p:cNvSpPr txBox="1"/>
          <p:nvPr/>
        </p:nvSpPr>
        <p:spPr>
          <a:xfrm>
            <a:off x="9580675" y="4644475"/>
            <a:ext cx="938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managed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8" name="Google Shape;208;p6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09" name="Google Shape;209;p6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10" name="Google Shape;210;p6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1" name="Google Shape;211;p6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12" name="Google Shape;212;p6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" name="Google Shape;213;p6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" name="Google Shape;214;p6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6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16" name="Google Shape;216;p6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6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8" name="Google Shape;218;p6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19" name="Google Shape;219;p6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6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22" name="Google Shape;222;p6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4" name="Google Shape;224;p6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25" name="Google Shape;225;p6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6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6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5" name="Google Shape;235;p6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236" name="Google Shape;236;p6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6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6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6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6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6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6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" name="Google Shape;250;p6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251" name="Google Shape;251;p6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6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6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6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62" name="Google Shape;262;p6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Project - Tic Tac Toe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Wrap-up Project</a:t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8938" y="1799300"/>
            <a:ext cx="3374127" cy="325939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7"/>
          <p:cNvSpPr txBox="1"/>
          <p:nvPr>
            <p:ph idx="1" type="body"/>
          </p:nvPr>
        </p:nvSpPr>
        <p:spPr>
          <a:xfrm>
            <a:off x="8079150" y="3029100"/>
            <a:ext cx="30990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500"/>
              <a:t>Tic Tac Toe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Project 1 - Tic Tac Toe</a:t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2950" y="2285236"/>
            <a:ext cx="2368048" cy="2287524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8"/>
          <p:cNvSpPr txBox="1"/>
          <p:nvPr>
            <p:ph idx="1" type="body"/>
          </p:nvPr>
        </p:nvSpPr>
        <p:spPr>
          <a:xfrm>
            <a:off x="5001150" y="2961600"/>
            <a:ext cx="3099000" cy="12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500"/>
              <a:t>inside a Console...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8"/>
          <p:cNvPicPr preferRelativeResize="0"/>
          <p:nvPr/>
        </p:nvPicPr>
        <p:blipFill rotWithShape="1">
          <a:blip r:embed="rId5">
            <a:alphaModFix/>
          </a:blip>
          <a:srcRect b="4979" l="0" r="5212" t="2298"/>
          <a:stretch/>
        </p:blipFill>
        <p:spPr>
          <a:xfrm>
            <a:off x="7834050" y="2193088"/>
            <a:ext cx="3006450" cy="228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Project - Tic Tac Toe</a:t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9"/>
          <p:cNvPicPr preferRelativeResize="0"/>
          <p:nvPr/>
        </p:nvPicPr>
        <p:blipFill rotWithShape="1">
          <a:blip r:embed="rId4">
            <a:alphaModFix/>
          </a:blip>
          <a:srcRect b="8356" l="0" r="0" t="2156"/>
          <a:stretch/>
        </p:blipFill>
        <p:spPr>
          <a:xfrm>
            <a:off x="8140650" y="2189850"/>
            <a:ext cx="3076575" cy="265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9"/>
          <p:cNvSpPr txBox="1"/>
          <p:nvPr>
            <p:ph idx="1" type="body"/>
          </p:nvPr>
        </p:nvSpPr>
        <p:spPr>
          <a:xfrm>
            <a:off x="1925934" y="1945400"/>
            <a:ext cx="8185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Get the user input through Command Line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User input a number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from 1 to 9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"/>
          <p:cNvSpPr txBox="1"/>
          <p:nvPr>
            <p:ph type="title"/>
          </p:nvPr>
        </p:nvSpPr>
        <p:spPr>
          <a:xfrm>
            <a:off x="955512" y="357563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Basic Rules</a:t>
            </a:r>
            <a:endParaRPr/>
          </a:p>
        </p:txBody>
      </p:sp>
      <p:pic>
        <p:nvPicPr>
          <p:cNvPr id="296" name="Google Shape;2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9844" y="6296604"/>
            <a:ext cx="1387912" cy="392541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0"/>
          <p:cNvSpPr txBox="1"/>
          <p:nvPr>
            <p:ph idx="1" type="body"/>
          </p:nvPr>
        </p:nvSpPr>
        <p:spPr>
          <a:xfrm>
            <a:off x="4184709" y="2199038"/>
            <a:ext cx="8185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Player X starts first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Players X and O take turn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inputting their position</a:t>
            </a:r>
            <a:endParaRPr sz="2400"/>
          </a:p>
        </p:txBody>
      </p:sp>
      <p:pic>
        <p:nvPicPr>
          <p:cNvPr id="298" name="Google Shape;29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525" y="140800"/>
            <a:ext cx="2628975" cy="6576399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0"/>
          <p:cNvSpPr txBox="1"/>
          <p:nvPr/>
        </p:nvSpPr>
        <p:spPr>
          <a:xfrm>
            <a:off x="2943000" y="1839950"/>
            <a:ext cx="4455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p10"/>
          <p:cNvCxnSpPr/>
          <p:nvPr/>
        </p:nvCxnSpPr>
        <p:spPr>
          <a:xfrm>
            <a:off x="3165750" y="2568950"/>
            <a:ext cx="0" cy="144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01" name="Google Shape;301;p10"/>
          <p:cNvSpPr txBox="1"/>
          <p:nvPr/>
        </p:nvSpPr>
        <p:spPr>
          <a:xfrm>
            <a:off x="2943000" y="4010150"/>
            <a:ext cx="4455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" name="Google Shape;302;p10"/>
          <p:cNvCxnSpPr/>
          <p:nvPr/>
        </p:nvCxnSpPr>
        <p:spPr>
          <a:xfrm>
            <a:off x="3165750" y="4739150"/>
            <a:ext cx="0" cy="144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03" name="Google Shape;303;p10"/>
          <p:cNvSpPr txBox="1"/>
          <p:nvPr/>
        </p:nvSpPr>
        <p:spPr>
          <a:xfrm>
            <a:off x="2943000" y="6129000"/>
            <a:ext cx="4455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0"/>
          <p:cNvSpPr/>
          <p:nvPr/>
        </p:nvSpPr>
        <p:spPr>
          <a:xfrm flipH="1">
            <a:off x="8704498" y="3798"/>
            <a:ext cx="3487500" cy="6854100"/>
          </a:xfrm>
          <a:prstGeom prst="flowChartDelay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9397" y="1690688"/>
            <a:ext cx="2977588" cy="297758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0"/>
          <p:cNvSpPr/>
          <p:nvPr/>
        </p:nvSpPr>
        <p:spPr>
          <a:xfrm>
            <a:off x="391500" y="2497500"/>
            <a:ext cx="351000" cy="432000"/>
          </a:xfrm>
          <a:prstGeom prst="ellipse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894900" y="4593900"/>
            <a:ext cx="351000" cy="432000"/>
          </a:xfrm>
          <a:prstGeom prst="ellipse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"/>
          <p:cNvSpPr txBox="1"/>
          <p:nvPr>
            <p:ph type="title"/>
          </p:nvPr>
        </p:nvSpPr>
        <p:spPr>
          <a:xfrm>
            <a:off x="-215988" y="364988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Basic Rules</a:t>
            </a:r>
            <a:endParaRPr/>
          </a:p>
        </p:txBody>
      </p:sp>
      <p:pic>
        <p:nvPicPr>
          <p:cNvPr id="313" name="Google Shape;31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9844" y="6296604"/>
            <a:ext cx="1387912" cy="39254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 txBox="1"/>
          <p:nvPr>
            <p:ph idx="1" type="body"/>
          </p:nvPr>
        </p:nvSpPr>
        <p:spPr>
          <a:xfrm>
            <a:off x="831596" y="1690688"/>
            <a:ext cx="8185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Check Winner after every moves</a:t>
            </a:r>
            <a:endParaRPr sz="2400"/>
          </a:p>
        </p:txBody>
      </p:sp>
      <p:sp>
        <p:nvSpPr>
          <p:cNvPr id="315" name="Google Shape;315;p11"/>
          <p:cNvSpPr/>
          <p:nvPr/>
        </p:nvSpPr>
        <p:spPr>
          <a:xfrm flipH="1">
            <a:off x="8704498" y="3798"/>
            <a:ext cx="3487500" cy="6854100"/>
          </a:xfrm>
          <a:prstGeom prst="flowChartDelay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59397" y="1690688"/>
            <a:ext cx="2977588" cy="2977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6075" y="2641475"/>
            <a:ext cx="3171825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1"/>
          <p:cNvSpPr/>
          <p:nvPr/>
        </p:nvSpPr>
        <p:spPr>
          <a:xfrm>
            <a:off x="4252500" y="3321000"/>
            <a:ext cx="432000" cy="1917000"/>
          </a:xfrm>
          <a:prstGeom prst="ellipse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Basic Rules</a:t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2"/>
          <p:cNvSpPr txBox="1"/>
          <p:nvPr>
            <p:ph idx="1" type="body"/>
          </p:nvPr>
        </p:nvSpPr>
        <p:spPr>
          <a:xfrm>
            <a:off x="2187759" y="1621400"/>
            <a:ext cx="8185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The player who succeeds in placing three of their marks in a vertical, horizontal or diagonal row wins the game.</a:t>
            </a:r>
            <a:endParaRPr sz="2400"/>
          </a:p>
        </p:txBody>
      </p:sp>
      <p:pic>
        <p:nvPicPr>
          <p:cNvPr id="327" name="Google Shape;32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7400" y="2885000"/>
            <a:ext cx="1882959" cy="18240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8" name="Google Shape;328;p12"/>
          <p:cNvCxnSpPr/>
          <p:nvPr/>
        </p:nvCxnSpPr>
        <p:spPr>
          <a:xfrm>
            <a:off x="1957500" y="3118500"/>
            <a:ext cx="0" cy="1350000"/>
          </a:xfrm>
          <a:prstGeom prst="straightConnector1">
            <a:avLst/>
          </a:prstGeom>
          <a:noFill/>
          <a:ln cap="flat" cmpd="sng" w="11430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12"/>
          <p:cNvCxnSpPr/>
          <p:nvPr/>
        </p:nvCxnSpPr>
        <p:spPr>
          <a:xfrm>
            <a:off x="2578875" y="3122000"/>
            <a:ext cx="0" cy="1350000"/>
          </a:xfrm>
          <a:prstGeom prst="straightConnector1">
            <a:avLst/>
          </a:prstGeom>
          <a:noFill/>
          <a:ln cap="flat" cmpd="sng" w="11430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12"/>
          <p:cNvCxnSpPr/>
          <p:nvPr/>
        </p:nvCxnSpPr>
        <p:spPr>
          <a:xfrm>
            <a:off x="3207300" y="3122000"/>
            <a:ext cx="0" cy="1350000"/>
          </a:xfrm>
          <a:prstGeom prst="straightConnector1">
            <a:avLst/>
          </a:prstGeom>
          <a:noFill/>
          <a:ln cap="flat" cmpd="sng" w="11430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31" name="Google Shape;33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4525" y="2885000"/>
            <a:ext cx="1882959" cy="18240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2" name="Google Shape;332;p12"/>
          <p:cNvCxnSpPr/>
          <p:nvPr/>
        </p:nvCxnSpPr>
        <p:spPr>
          <a:xfrm>
            <a:off x="5474625" y="3118500"/>
            <a:ext cx="1234800" cy="0"/>
          </a:xfrm>
          <a:prstGeom prst="straightConnector1">
            <a:avLst/>
          </a:prstGeom>
          <a:noFill/>
          <a:ln cap="flat" cmpd="sng" w="11430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33" name="Google Shape;33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84700" y="2881500"/>
            <a:ext cx="1882959" cy="18240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4" name="Google Shape;334;p12"/>
          <p:cNvCxnSpPr/>
          <p:nvPr/>
        </p:nvCxnSpPr>
        <p:spPr>
          <a:xfrm>
            <a:off x="9342000" y="3199500"/>
            <a:ext cx="1188000" cy="1215000"/>
          </a:xfrm>
          <a:prstGeom prst="straightConnector1">
            <a:avLst/>
          </a:prstGeom>
          <a:noFill/>
          <a:ln cap="flat" cmpd="sng" w="11430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12"/>
          <p:cNvCxnSpPr/>
          <p:nvPr/>
        </p:nvCxnSpPr>
        <p:spPr>
          <a:xfrm flipH="1">
            <a:off x="9313125" y="3149000"/>
            <a:ext cx="1226100" cy="1296000"/>
          </a:xfrm>
          <a:prstGeom prst="straightConnector1">
            <a:avLst/>
          </a:prstGeom>
          <a:noFill/>
          <a:ln cap="flat" cmpd="sng" w="11430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12"/>
          <p:cNvCxnSpPr/>
          <p:nvPr/>
        </p:nvCxnSpPr>
        <p:spPr>
          <a:xfrm>
            <a:off x="5478600" y="3797000"/>
            <a:ext cx="1234800" cy="0"/>
          </a:xfrm>
          <a:prstGeom prst="straightConnector1">
            <a:avLst/>
          </a:prstGeom>
          <a:noFill/>
          <a:ln cap="flat" cmpd="sng" w="11430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12"/>
          <p:cNvCxnSpPr/>
          <p:nvPr/>
        </p:nvCxnSpPr>
        <p:spPr>
          <a:xfrm>
            <a:off x="5478600" y="4408800"/>
            <a:ext cx="1234800" cy="0"/>
          </a:xfrm>
          <a:prstGeom prst="straightConnector1">
            <a:avLst/>
          </a:prstGeom>
          <a:noFill/>
          <a:ln cap="flat" cmpd="sng" w="11430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