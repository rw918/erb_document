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19" roundtripDataSignature="AMtx7mhQ2dRim8R+q2lh9ol0AVZjtoo3v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5" Type="http://schemas.openxmlformats.org/officeDocument/2006/relationships/slide" Target="slides/slide1.xml"/><Relationship Id="rId19" Type="http://customschemas.google.com/relationships/presentationmetadata" Target="metadata"/><Relationship Id="rId6" Type="http://schemas.openxmlformats.org/officeDocument/2006/relationships/slide" Target="slides/slide2.xml"/><Relationship Id="rId18" Type="http://schemas.openxmlformats.org/officeDocument/2006/relationships/slide" Target="slides/slide14.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7" name="Google Shape;97;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6" name="Google Shape;106;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p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3" name="Google Shape;113;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1" name="Google Shape;121;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p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9" name="Google Shape;129;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p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7" name="Google Shape;137;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p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5" name="Google Shape;145;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g2eb3dd454dd_2_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3" name="Google Shape;153;g2eb3dd454dd_2_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1" name="Google Shape;161;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p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9" name="Google Shape;169;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p1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7" name="Google Shape;177;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p1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7" name="Google Shape;187;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p1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7" name="Google Shape;197;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p1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6" name="Google Shape;206;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3" name="Shape 13"/>
        <p:cNvGrpSpPr/>
        <p:nvPr/>
      </p:nvGrpSpPr>
      <p:grpSpPr>
        <a:xfrm>
          <a:off x="0" y="0"/>
          <a:ext cx="0" cy="0"/>
          <a:chOff x="0" y="0"/>
          <a:chExt cx="0" cy="0"/>
        </a:xfrm>
      </p:grpSpPr>
      <p:sp>
        <p:nvSpPr>
          <p:cNvPr id="14" name="Google Shape;14;g30464291f07_0_90"/>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 name="Google Shape;15;g30464291f07_0_90"/>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 name="Google Shape;16;g30464291f07_0_90"/>
          <p:cNvSpPr txBox="1"/>
          <p:nvPr>
            <p:ph idx="12" type="sldNum"/>
          </p:nvPr>
        </p:nvSpPr>
        <p:spPr>
          <a:xfrm>
            <a:off x="483228" y="6356350"/>
            <a:ext cx="709800" cy="365100"/>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7" name="Shape 17"/>
        <p:cNvGrpSpPr/>
        <p:nvPr/>
      </p:nvGrpSpPr>
      <p:grpSpPr>
        <a:xfrm>
          <a:off x="0" y="0"/>
          <a:ext cx="0" cy="0"/>
          <a:chOff x="0" y="0"/>
          <a:chExt cx="0" cy="0"/>
        </a:xfrm>
      </p:grpSpPr>
      <p:sp>
        <p:nvSpPr>
          <p:cNvPr id="18" name="Google Shape;18;g30464291f07_0_94"/>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 name="Google Shape;19;g30464291f07_0_94"/>
          <p:cNvSpPr txBox="1"/>
          <p:nvPr>
            <p:ph idx="1" type="body"/>
          </p:nvPr>
        </p:nvSpPr>
        <p:spPr>
          <a:xfrm>
            <a:off x="838200" y="1825625"/>
            <a:ext cx="5181600" cy="4351200"/>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 name="Google Shape;20;g30464291f07_0_94"/>
          <p:cNvSpPr txBox="1"/>
          <p:nvPr>
            <p:ph idx="2" type="body"/>
          </p:nvPr>
        </p:nvSpPr>
        <p:spPr>
          <a:xfrm>
            <a:off x="6172200" y="1825625"/>
            <a:ext cx="5181600" cy="4351200"/>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1" name="Google Shape;21;g30464291f07_0_94"/>
          <p:cNvSpPr txBox="1"/>
          <p:nvPr>
            <p:ph idx="10" type="dt"/>
          </p:nvPr>
        </p:nvSpPr>
        <p:spPr>
          <a:xfrm>
            <a:off x="838200" y="6356350"/>
            <a:ext cx="2743200" cy="365100"/>
          </a:xfrm>
          <a:prstGeom prst="rect">
            <a:avLst/>
          </a:prstGeom>
          <a:noFill/>
          <a:ln>
            <a:noFill/>
          </a:ln>
        </p:spPr>
        <p:txBody>
          <a:bodyPr anchorCtr="0" anchor="t" bIns="45700" lIns="91425" spcFirstLastPara="1" rIns="91425" wrap="square" tIns="45700">
            <a:noAutofit/>
          </a:bodyPr>
          <a:lstStyle>
            <a:lvl1pPr lvl="0"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1pPr>
            <a:lvl2pPr lvl="1"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22" name="Google Shape;22;g30464291f07_0_94"/>
          <p:cNvSpPr txBox="1"/>
          <p:nvPr>
            <p:ph idx="11" type="ftr"/>
          </p:nvPr>
        </p:nvSpPr>
        <p:spPr>
          <a:xfrm>
            <a:off x="4038600" y="6356350"/>
            <a:ext cx="4114800" cy="365100"/>
          </a:xfrm>
          <a:prstGeom prst="rect">
            <a:avLst/>
          </a:prstGeom>
          <a:noFill/>
          <a:ln>
            <a:noFill/>
          </a:ln>
        </p:spPr>
        <p:txBody>
          <a:bodyPr anchorCtr="0" anchor="t" bIns="45700" lIns="91425" spcFirstLastPara="1" rIns="91425" wrap="square" tIns="45700">
            <a:noAutofit/>
          </a:bodyPr>
          <a:lstStyle>
            <a:lvl1pPr lvl="0"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1pPr>
            <a:lvl2pPr lvl="1"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23" name="Google Shape;23;g30464291f07_0_94"/>
          <p:cNvSpPr txBox="1"/>
          <p:nvPr>
            <p:ph idx="12" type="sldNum"/>
          </p:nvPr>
        </p:nvSpPr>
        <p:spPr>
          <a:xfrm>
            <a:off x="483228" y="6356350"/>
            <a:ext cx="709800" cy="365100"/>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p:cSld name="Custom Layout">
    <p:spTree>
      <p:nvGrpSpPr>
        <p:cNvPr id="24" name="Shape 24"/>
        <p:cNvGrpSpPr/>
        <p:nvPr/>
      </p:nvGrpSpPr>
      <p:grpSpPr>
        <a:xfrm>
          <a:off x="0" y="0"/>
          <a:ext cx="0" cy="0"/>
          <a:chOff x="0" y="0"/>
          <a:chExt cx="0" cy="0"/>
        </a:xfrm>
      </p:grpSpPr>
      <p:sp>
        <p:nvSpPr>
          <p:cNvPr id="25" name="Google Shape;25;g30464291f07_0_101"/>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6" name="Google Shape;26;g30464291f07_0_101"/>
          <p:cNvSpPr txBox="1"/>
          <p:nvPr>
            <p:ph idx="12" type="sldNum"/>
          </p:nvPr>
        </p:nvSpPr>
        <p:spPr>
          <a:xfrm>
            <a:off x="483228" y="6356350"/>
            <a:ext cx="709800" cy="365100"/>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US"/>
              <a:t>‹#›</a:t>
            </a:fld>
            <a:endParaRPr/>
          </a:p>
        </p:txBody>
      </p:sp>
      <p:sp>
        <p:nvSpPr>
          <p:cNvPr id="27" name="Google Shape;27;g30464291f07_0_101"/>
          <p:cNvSpPr txBox="1"/>
          <p:nvPr>
            <p:ph idx="1" type="body"/>
          </p:nvPr>
        </p:nvSpPr>
        <p:spPr>
          <a:xfrm>
            <a:off x="664581" y="1825625"/>
            <a:ext cx="3517800" cy="4351200"/>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8" name="Google Shape;28;g30464291f07_0_101"/>
          <p:cNvSpPr txBox="1"/>
          <p:nvPr>
            <p:ph idx="2" type="body"/>
          </p:nvPr>
        </p:nvSpPr>
        <p:spPr>
          <a:xfrm>
            <a:off x="4320251" y="1825625"/>
            <a:ext cx="3517800" cy="4351200"/>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9" name="Google Shape;29;g30464291f07_0_101"/>
          <p:cNvSpPr txBox="1"/>
          <p:nvPr>
            <p:ph idx="3" type="body"/>
          </p:nvPr>
        </p:nvSpPr>
        <p:spPr>
          <a:xfrm>
            <a:off x="7975921" y="1825625"/>
            <a:ext cx="3517800" cy="4351200"/>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Custom Layout">
  <p:cSld name="1_Custom Layout">
    <p:spTree>
      <p:nvGrpSpPr>
        <p:cNvPr id="30" name="Shape 30"/>
        <p:cNvGrpSpPr/>
        <p:nvPr/>
      </p:nvGrpSpPr>
      <p:grpSpPr>
        <a:xfrm>
          <a:off x="0" y="0"/>
          <a:ext cx="0" cy="0"/>
          <a:chOff x="0" y="0"/>
          <a:chExt cx="0" cy="0"/>
        </a:xfrm>
      </p:grpSpPr>
      <p:sp>
        <p:nvSpPr>
          <p:cNvPr id="31" name="Google Shape;31;g30464291f07_0_107"/>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2" name="Google Shape;32;g30464291f07_0_107"/>
          <p:cNvSpPr txBox="1"/>
          <p:nvPr>
            <p:ph idx="12" type="sldNum"/>
          </p:nvPr>
        </p:nvSpPr>
        <p:spPr>
          <a:xfrm>
            <a:off x="483228" y="6356350"/>
            <a:ext cx="709800" cy="365100"/>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US"/>
              <a:t>‹#›</a:t>
            </a:fld>
            <a:endParaRPr/>
          </a:p>
        </p:txBody>
      </p:sp>
      <p:sp>
        <p:nvSpPr>
          <p:cNvPr id="33" name="Google Shape;33;g30464291f07_0_107"/>
          <p:cNvSpPr txBox="1"/>
          <p:nvPr>
            <p:ph idx="1" type="body"/>
          </p:nvPr>
        </p:nvSpPr>
        <p:spPr>
          <a:xfrm>
            <a:off x="1193171" y="1954477"/>
            <a:ext cx="2849400" cy="1843500"/>
          </a:xfrm>
          <a:prstGeom prst="rect">
            <a:avLst/>
          </a:prstGeom>
          <a:noFill/>
          <a:ln>
            <a:noFill/>
          </a:ln>
        </p:spPr>
        <p:txBody>
          <a:bodyPr anchorCtr="0" anchor="t" bIns="45700" lIns="91425" spcFirstLastPara="1" rIns="91425" wrap="square" tIns="45700">
            <a:noAutofit/>
          </a:bodyPr>
          <a:lstStyle>
            <a:lvl1pPr indent="-317500" lvl="0" marL="457200" algn="l">
              <a:lnSpc>
                <a:spcPct val="90000"/>
              </a:lnSpc>
              <a:spcBef>
                <a:spcPts val="1000"/>
              </a:spcBef>
              <a:spcAft>
                <a:spcPts val="0"/>
              </a:spcAft>
              <a:buClr>
                <a:schemeClr val="dk1"/>
              </a:buClr>
              <a:buSzPts val="1400"/>
              <a:buChar char="•"/>
              <a:defRPr sz="1400"/>
            </a:lvl1pPr>
            <a:lvl2pPr indent="-317500" lvl="1" marL="914400" algn="l">
              <a:lnSpc>
                <a:spcPct val="90000"/>
              </a:lnSpc>
              <a:spcBef>
                <a:spcPts val="500"/>
              </a:spcBef>
              <a:spcAft>
                <a:spcPts val="0"/>
              </a:spcAft>
              <a:buClr>
                <a:schemeClr val="dk1"/>
              </a:buClr>
              <a:buSzPts val="1400"/>
              <a:buChar char="•"/>
              <a:defRPr sz="1400"/>
            </a:lvl2pPr>
            <a:lvl3pPr indent="-317500" lvl="2" marL="1371600" algn="l">
              <a:lnSpc>
                <a:spcPct val="90000"/>
              </a:lnSpc>
              <a:spcBef>
                <a:spcPts val="500"/>
              </a:spcBef>
              <a:spcAft>
                <a:spcPts val="0"/>
              </a:spcAft>
              <a:buClr>
                <a:schemeClr val="dk1"/>
              </a:buClr>
              <a:buSzPts val="1400"/>
              <a:buChar char="•"/>
              <a:defRPr sz="1400"/>
            </a:lvl3pPr>
            <a:lvl4pPr indent="-317500" lvl="3" marL="1828800" algn="l">
              <a:lnSpc>
                <a:spcPct val="90000"/>
              </a:lnSpc>
              <a:spcBef>
                <a:spcPts val="500"/>
              </a:spcBef>
              <a:spcAft>
                <a:spcPts val="0"/>
              </a:spcAft>
              <a:buClr>
                <a:schemeClr val="dk1"/>
              </a:buClr>
              <a:buSzPts val="1400"/>
              <a:buChar char="•"/>
              <a:defRPr sz="1400"/>
            </a:lvl4pPr>
            <a:lvl5pPr indent="-317500" lvl="4" marL="2286000" algn="l">
              <a:lnSpc>
                <a:spcPct val="90000"/>
              </a:lnSpc>
              <a:spcBef>
                <a:spcPts val="500"/>
              </a:spcBef>
              <a:spcAft>
                <a:spcPts val="0"/>
              </a:spcAft>
              <a:buClr>
                <a:schemeClr val="dk1"/>
              </a:buClr>
              <a:buSzPts val="1400"/>
              <a:buChar char="•"/>
              <a:defRPr sz="14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4" name="Google Shape;34;g30464291f07_0_107"/>
          <p:cNvSpPr txBox="1"/>
          <p:nvPr>
            <p:ph idx="2" type="body"/>
          </p:nvPr>
        </p:nvSpPr>
        <p:spPr>
          <a:xfrm>
            <a:off x="4848841" y="1954477"/>
            <a:ext cx="2849400" cy="1843500"/>
          </a:xfrm>
          <a:prstGeom prst="rect">
            <a:avLst/>
          </a:prstGeom>
          <a:noFill/>
          <a:ln>
            <a:noFill/>
          </a:ln>
        </p:spPr>
        <p:txBody>
          <a:bodyPr anchorCtr="0" anchor="t" bIns="45700" lIns="91425" spcFirstLastPara="1" rIns="91425" wrap="square" tIns="45700">
            <a:noAutofit/>
          </a:bodyPr>
          <a:lstStyle>
            <a:lvl1pPr indent="-317500" lvl="0" marL="457200" algn="l">
              <a:lnSpc>
                <a:spcPct val="90000"/>
              </a:lnSpc>
              <a:spcBef>
                <a:spcPts val="1000"/>
              </a:spcBef>
              <a:spcAft>
                <a:spcPts val="0"/>
              </a:spcAft>
              <a:buClr>
                <a:schemeClr val="dk1"/>
              </a:buClr>
              <a:buSzPts val="1400"/>
              <a:buChar char="•"/>
              <a:defRPr sz="1400"/>
            </a:lvl1pPr>
            <a:lvl2pPr indent="-317500" lvl="1" marL="914400" algn="l">
              <a:lnSpc>
                <a:spcPct val="90000"/>
              </a:lnSpc>
              <a:spcBef>
                <a:spcPts val="500"/>
              </a:spcBef>
              <a:spcAft>
                <a:spcPts val="0"/>
              </a:spcAft>
              <a:buClr>
                <a:schemeClr val="dk1"/>
              </a:buClr>
              <a:buSzPts val="1400"/>
              <a:buChar char="•"/>
              <a:defRPr sz="1400"/>
            </a:lvl2pPr>
            <a:lvl3pPr indent="-317500" lvl="2" marL="1371600" algn="l">
              <a:lnSpc>
                <a:spcPct val="90000"/>
              </a:lnSpc>
              <a:spcBef>
                <a:spcPts val="500"/>
              </a:spcBef>
              <a:spcAft>
                <a:spcPts val="0"/>
              </a:spcAft>
              <a:buClr>
                <a:schemeClr val="dk1"/>
              </a:buClr>
              <a:buSzPts val="1400"/>
              <a:buChar char="•"/>
              <a:defRPr sz="1400"/>
            </a:lvl3pPr>
            <a:lvl4pPr indent="-317500" lvl="3" marL="1828800" algn="l">
              <a:lnSpc>
                <a:spcPct val="90000"/>
              </a:lnSpc>
              <a:spcBef>
                <a:spcPts val="500"/>
              </a:spcBef>
              <a:spcAft>
                <a:spcPts val="0"/>
              </a:spcAft>
              <a:buClr>
                <a:schemeClr val="dk1"/>
              </a:buClr>
              <a:buSzPts val="1400"/>
              <a:buChar char="•"/>
              <a:defRPr sz="1400"/>
            </a:lvl4pPr>
            <a:lvl5pPr indent="-317500" lvl="4" marL="2286000" algn="l">
              <a:lnSpc>
                <a:spcPct val="90000"/>
              </a:lnSpc>
              <a:spcBef>
                <a:spcPts val="500"/>
              </a:spcBef>
              <a:spcAft>
                <a:spcPts val="0"/>
              </a:spcAft>
              <a:buClr>
                <a:schemeClr val="dk1"/>
              </a:buClr>
              <a:buSzPts val="1400"/>
              <a:buChar char="•"/>
              <a:defRPr sz="14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5" name="Google Shape;35;g30464291f07_0_107"/>
          <p:cNvSpPr txBox="1"/>
          <p:nvPr>
            <p:ph idx="3" type="body"/>
          </p:nvPr>
        </p:nvSpPr>
        <p:spPr>
          <a:xfrm>
            <a:off x="8504511" y="1954477"/>
            <a:ext cx="2849400" cy="1843500"/>
          </a:xfrm>
          <a:prstGeom prst="rect">
            <a:avLst/>
          </a:prstGeom>
          <a:noFill/>
          <a:ln>
            <a:noFill/>
          </a:ln>
        </p:spPr>
        <p:txBody>
          <a:bodyPr anchorCtr="0" anchor="t" bIns="45700" lIns="91425" spcFirstLastPara="1" rIns="91425" wrap="square" tIns="45700">
            <a:noAutofit/>
          </a:bodyPr>
          <a:lstStyle>
            <a:lvl1pPr indent="-317500" lvl="0" marL="457200" algn="l">
              <a:lnSpc>
                <a:spcPct val="90000"/>
              </a:lnSpc>
              <a:spcBef>
                <a:spcPts val="1000"/>
              </a:spcBef>
              <a:spcAft>
                <a:spcPts val="0"/>
              </a:spcAft>
              <a:buClr>
                <a:schemeClr val="dk1"/>
              </a:buClr>
              <a:buSzPts val="1400"/>
              <a:buChar char="•"/>
              <a:defRPr sz="1400"/>
            </a:lvl1pPr>
            <a:lvl2pPr indent="-317500" lvl="1" marL="914400" algn="l">
              <a:lnSpc>
                <a:spcPct val="90000"/>
              </a:lnSpc>
              <a:spcBef>
                <a:spcPts val="500"/>
              </a:spcBef>
              <a:spcAft>
                <a:spcPts val="0"/>
              </a:spcAft>
              <a:buClr>
                <a:schemeClr val="dk1"/>
              </a:buClr>
              <a:buSzPts val="1400"/>
              <a:buChar char="•"/>
              <a:defRPr sz="1400"/>
            </a:lvl2pPr>
            <a:lvl3pPr indent="-317500" lvl="2" marL="1371600" algn="l">
              <a:lnSpc>
                <a:spcPct val="90000"/>
              </a:lnSpc>
              <a:spcBef>
                <a:spcPts val="500"/>
              </a:spcBef>
              <a:spcAft>
                <a:spcPts val="0"/>
              </a:spcAft>
              <a:buClr>
                <a:schemeClr val="dk1"/>
              </a:buClr>
              <a:buSzPts val="1400"/>
              <a:buChar char="•"/>
              <a:defRPr sz="1400"/>
            </a:lvl3pPr>
            <a:lvl4pPr indent="-317500" lvl="3" marL="1828800" algn="l">
              <a:lnSpc>
                <a:spcPct val="90000"/>
              </a:lnSpc>
              <a:spcBef>
                <a:spcPts val="500"/>
              </a:spcBef>
              <a:spcAft>
                <a:spcPts val="0"/>
              </a:spcAft>
              <a:buClr>
                <a:schemeClr val="dk1"/>
              </a:buClr>
              <a:buSzPts val="1400"/>
              <a:buChar char="•"/>
              <a:defRPr sz="1400"/>
            </a:lvl4pPr>
            <a:lvl5pPr indent="-317500" lvl="4" marL="2286000" algn="l">
              <a:lnSpc>
                <a:spcPct val="90000"/>
              </a:lnSpc>
              <a:spcBef>
                <a:spcPts val="500"/>
              </a:spcBef>
              <a:spcAft>
                <a:spcPts val="0"/>
              </a:spcAft>
              <a:buClr>
                <a:schemeClr val="dk1"/>
              </a:buClr>
              <a:buSzPts val="1400"/>
              <a:buChar char="•"/>
              <a:defRPr sz="14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6" name="Google Shape;36;g30464291f07_0_107"/>
          <p:cNvSpPr txBox="1"/>
          <p:nvPr>
            <p:ph idx="4" type="body"/>
          </p:nvPr>
        </p:nvSpPr>
        <p:spPr>
          <a:xfrm>
            <a:off x="1193171" y="4117413"/>
            <a:ext cx="2849400" cy="1843500"/>
          </a:xfrm>
          <a:prstGeom prst="rect">
            <a:avLst/>
          </a:prstGeom>
          <a:noFill/>
          <a:ln>
            <a:noFill/>
          </a:ln>
        </p:spPr>
        <p:txBody>
          <a:bodyPr anchorCtr="0" anchor="t" bIns="45700" lIns="91425" spcFirstLastPara="1" rIns="91425" wrap="square" tIns="45700">
            <a:noAutofit/>
          </a:bodyPr>
          <a:lstStyle>
            <a:lvl1pPr indent="-317500" lvl="0" marL="457200" algn="l">
              <a:lnSpc>
                <a:spcPct val="90000"/>
              </a:lnSpc>
              <a:spcBef>
                <a:spcPts val="1000"/>
              </a:spcBef>
              <a:spcAft>
                <a:spcPts val="0"/>
              </a:spcAft>
              <a:buClr>
                <a:schemeClr val="dk1"/>
              </a:buClr>
              <a:buSzPts val="1400"/>
              <a:buChar char="•"/>
              <a:defRPr sz="1400"/>
            </a:lvl1pPr>
            <a:lvl2pPr indent="-317500" lvl="1" marL="914400" algn="l">
              <a:lnSpc>
                <a:spcPct val="90000"/>
              </a:lnSpc>
              <a:spcBef>
                <a:spcPts val="500"/>
              </a:spcBef>
              <a:spcAft>
                <a:spcPts val="0"/>
              </a:spcAft>
              <a:buClr>
                <a:schemeClr val="dk1"/>
              </a:buClr>
              <a:buSzPts val="1400"/>
              <a:buChar char="•"/>
              <a:defRPr sz="1400"/>
            </a:lvl2pPr>
            <a:lvl3pPr indent="-317500" lvl="2" marL="1371600" algn="l">
              <a:lnSpc>
                <a:spcPct val="90000"/>
              </a:lnSpc>
              <a:spcBef>
                <a:spcPts val="500"/>
              </a:spcBef>
              <a:spcAft>
                <a:spcPts val="0"/>
              </a:spcAft>
              <a:buClr>
                <a:schemeClr val="dk1"/>
              </a:buClr>
              <a:buSzPts val="1400"/>
              <a:buChar char="•"/>
              <a:defRPr sz="1400"/>
            </a:lvl3pPr>
            <a:lvl4pPr indent="-317500" lvl="3" marL="1828800" algn="l">
              <a:lnSpc>
                <a:spcPct val="90000"/>
              </a:lnSpc>
              <a:spcBef>
                <a:spcPts val="500"/>
              </a:spcBef>
              <a:spcAft>
                <a:spcPts val="0"/>
              </a:spcAft>
              <a:buClr>
                <a:schemeClr val="dk1"/>
              </a:buClr>
              <a:buSzPts val="1400"/>
              <a:buChar char="•"/>
              <a:defRPr sz="1400"/>
            </a:lvl4pPr>
            <a:lvl5pPr indent="-317500" lvl="4" marL="2286000" algn="l">
              <a:lnSpc>
                <a:spcPct val="90000"/>
              </a:lnSpc>
              <a:spcBef>
                <a:spcPts val="500"/>
              </a:spcBef>
              <a:spcAft>
                <a:spcPts val="0"/>
              </a:spcAft>
              <a:buClr>
                <a:schemeClr val="dk1"/>
              </a:buClr>
              <a:buSzPts val="1400"/>
              <a:buChar char="•"/>
              <a:defRPr sz="14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7" name="Google Shape;37;g30464291f07_0_107"/>
          <p:cNvSpPr txBox="1"/>
          <p:nvPr>
            <p:ph idx="5" type="body"/>
          </p:nvPr>
        </p:nvSpPr>
        <p:spPr>
          <a:xfrm>
            <a:off x="4848841" y="4117413"/>
            <a:ext cx="2849400" cy="1843500"/>
          </a:xfrm>
          <a:prstGeom prst="rect">
            <a:avLst/>
          </a:prstGeom>
          <a:noFill/>
          <a:ln>
            <a:noFill/>
          </a:ln>
        </p:spPr>
        <p:txBody>
          <a:bodyPr anchorCtr="0" anchor="t" bIns="45700" lIns="91425" spcFirstLastPara="1" rIns="91425" wrap="square" tIns="45700">
            <a:noAutofit/>
          </a:bodyPr>
          <a:lstStyle>
            <a:lvl1pPr indent="-317500" lvl="0" marL="457200" algn="l">
              <a:lnSpc>
                <a:spcPct val="90000"/>
              </a:lnSpc>
              <a:spcBef>
                <a:spcPts val="1000"/>
              </a:spcBef>
              <a:spcAft>
                <a:spcPts val="0"/>
              </a:spcAft>
              <a:buClr>
                <a:schemeClr val="dk1"/>
              </a:buClr>
              <a:buSzPts val="1400"/>
              <a:buChar char="•"/>
              <a:defRPr sz="1400"/>
            </a:lvl1pPr>
            <a:lvl2pPr indent="-317500" lvl="1" marL="914400" algn="l">
              <a:lnSpc>
                <a:spcPct val="90000"/>
              </a:lnSpc>
              <a:spcBef>
                <a:spcPts val="500"/>
              </a:spcBef>
              <a:spcAft>
                <a:spcPts val="0"/>
              </a:spcAft>
              <a:buClr>
                <a:schemeClr val="dk1"/>
              </a:buClr>
              <a:buSzPts val="1400"/>
              <a:buChar char="•"/>
              <a:defRPr sz="1400"/>
            </a:lvl2pPr>
            <a:lvl3pPr indent="-317500" lvl="2" marL="1371600" algn="l">
              <a:lnSpc>
                <a:spcPct val="90000"/>
              </a:lnSpc>
              <a:spcBef>
                <a:spcPts val="500"/>
              </a:spcBef>
              <a:spcAft>
                <a:spcPts val="0"/>
              </a:spcAft>
              <a:buClr>
                <a:schemeClr val="dk1"/>
              </a:buClr>
              <a:buSzPts val="1400"/>
              <a:buChar char="•"/>
              <a:defRPr sz="1400"/>
            </a:lvl3pPr>
            <a:lvl4pPr indent="-317500" lvl="3" marL="1828800" algn="l">
              <a:lnSpc>
                <a:spcPct val="90000"/>
              </a:lnSpc>
              <a:spcBef>
                <a:spcPts val="500"/>
              </a:spcBef>
              <a:spcAft>
                <a:spcPts val="0"/>
              </a:spcAft>
              <a:buClr>
                <a:schemeClr val="dk1"/>
              </a:buClr>
              <a:buSzPts val="1400"/>
              <a:buChar char="•"/>
              <a:defRPr sz="1400"/>
            </a:lvl4pPr>
            <a:lvl5pPr indent="-317500" lvl="4" marL="2286000" algn="l">
              <a:lnSpc>
                <a:spcPct val="90000"/>
              </a:lnSpc>
              <a:spcBef>
                <a:spcPts val="500"/>
              </a:spcBef>
              <a:spcAft>
                <a:spcPts val="0"/>
              </a:spcAft>
              <a:buClr>
                <a:schemeClr val="dk1"/>
              </a:buClr>
              <a:buSzPts val="1400"/>
              <a:buChar char="•"/>
              <a:defRPr sz="14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8" name="Google Shape;38;g30464291f07_0_107"/>
          <p:cNvSpPr txBox="1"/>
          <p:nvPr>
            <p:ph idx="6" type="body"/>
          </p:nvPr>
        </p:nvSpPr>
        <p:spPr>
          <a:xfrm>
            <a:off x="8504511" y="4117413"/>
            <a:ext cx="2849400" cy="1843500"/>
          </a:xfrm>
          <a:prstGeom prst="rect">
            <a:avLst/>
          </a:prstGeom>
          <a:noFill/>
          <a:ln>
            <a:noFill/>
          </a:ln>
        </p:spPr>
        <p:txBody>
          <a:bodyPr anchorCtr="0" anchor="t" bIns="45700" lIns="91425" spcFirstLastPara="1" rIns="91425" wrap="square" tIns="45700">
            <a:noAutofit/>
          </a:bodyPr>
          <a:lstStyle>
            <a:lvl1pPr indent="-317500" lvl="0" marL="457200" algn="l">
              <a:lnSpc>
                <a:spcPct val="90000"/>
              </a:lnSpc>
              <a:spcBef>
                <a:spcPts val="1000"/>
              </a:spcBef>
              <a:spcAft>
                <a:spcPts val="0"/>
              </a:spcAft>
              <a:buClr>
                <a:schemeClr val="dk1"/>
              </a:buClr>
              <a:buSzPts val="1400"/>
              <a:buChar char="•"/>
              <a:defRPr sz="1400"/>
            </a:lvl1pPr>
            <a:lvl2pPr indent="-317500" lvl="1" marL="914400" algn="l">
              <a:lnSpc>
                <a:spcPct val="90000"/>
              </a:lnSpc>
              <a:spcBef>
                <a:spcPts val="500"/>
              </a:spcBef>
              <a:spcAft>
                <a:spcPts val="0"/>
              </a:spcAft>
              <a:buClr>
                <a:schemeClr val="dk1"/>
              </a:buClr>
              <a:buSzPts val="1400"/>
              <a:buChar char="•"/>
              <a:defRPr sz="1400"/>
            </a:lvl2pPr>
            <a:lvl3pPr indent="-317500" lvl="2" marL="1371600" algn="l">
              <a:lnSpc>
                <a:spcPct val="90000"/>
              </a:lnSpc>
              <a:spcBef>
                <a:spcPts val="500"/>
              </a:spcBef>
              <a:spcAft>
                <a:spcPts val="0"/>
              </a:spcAft>
              <a:buClr>
                <a:schemeClr val="dk1"/>
              </a:buClr>
              <a:buSzPts val="1400"/>
              <a:buChar char="•"/>
              <a:defRPr sz="1400"/>
            </a:lvl3pPr>
            <a:lvl4pPr indent="-317500" lvl="3" marL="1828800" algn="l">
              <a:lnSpc>
                <a:spcPct val="90000"/>
              </a:lnSpc>
              <a:spcBef>
                <a:spcPts val="500"/>
              </a:spcBef>
              <a:spcAft>
                <a:spcPts val="0"/>
              </a:spcAft>
              <a:buClr>
                <a:schemeClr val="dk1"/>
              </a:buClr>
              <a:buSzPts val="1400"/>
              <a:buChar char="•"/>
              <a:defRPr sz="1400"/>
            </a:lvl4pPr>
            <a:lvl5pPr indent="-317500" lvl="4" marL="2286000" algn="l">
              <a:lnSpc>
                <a:spcPct val="90000"/>
              </a:lnSpc>
              <a:spcBef>
                <a:spcPts val="500"/>
              </a:spcBef>
              <a:spcAft>
                <a:spcPts val="0"/>
              </a:spcAft>
              <a:buClr>
                <a:schemeClr val="dk1"/>
              </a:buClr>
              <a:buSzPts val="1400"/>
              <a:buChar char="•"/>
              <a:defRPr sz="14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9" name="Shape 39"/>
        <p:cNvGrpSpPr/>
        <p:nvPr/>
      </p:nvGrpSpPr>
      <p:grpSpPr>
        <a:xfrm>
          <a:off x="0" y="0"/>
          <a:ext cx="0" cy="0"/>
          <a:chOff x="0" y="0"/>
          <a:chExt cx="0" cy="0"/>
        </a:xfrm>
      </p:grpSpPr>
      <p:sp>
        <p:nvSpPr>
          <p:cNvPr id="40" name="Google Shape;40;g30464291f07_0_116"/>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1" name="Google Shape;41;g30464291f07_0_116"/>
          <p:cNvSpPr txBox="1"/>
          <p:nvPr>
            <p:ph idx="10" type="dt"/>
          </p:nvPr>
        </p:nvSpPr>
        <p:spPr>
          <a:xfrm>
            <a:off x="838200" y="6356350"/>
            <a:ext cx="2743200" cy="365100"/>
          </a:xfrm>
          <a:prstGeom prst="rect">
            <a:avLst/>
          </a:prstGeom>
          <a:noFill/>
          <a:ln>
            <a:noFill/>
          </a:ln>
        </p:spPr>
        <p:txBody>
          <a:bodyPr anchorCtr="0" anchor="t" bIns="45700" lIns="91425" spcFirstLastPara="1" rIns="91425" wrap="square" tIns="45700">
            <a:noAutofit/>
          </a:bodyPr>
          <a:lstStyle>
            <a:lvl1pPr lvl="0"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1pPr>
            <a:lvl2pPr lvl="1"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2" name="Google Shape;42;g30464291f07_0_116"/>
          <p:cNvSpPr txBox="1"/>
          <p:nvPr>
            <p:ph idx="11" type="ftr"/>
          </p:nvPr>
        </p:nvSpPr>
        <p:spPr>
          <a:xfrm>
            <a:off x="4038600" y="6356350"/>
            <a:ext cx="4114800" cy="365100"/>
          </a:xfrm>
          <a:prstGeom prst="rect">
            <a:avLst/>
          </a:prstGeom>
          <a:noFill/>
          <a:ln>
            <a:noFill/>
          </a:ln>
        </p:spPr>
        <p:txBody>
          <a:bodyPr anchorCtr="0" anchor="t" bIns="45700" lIns="91425" spcFirstLastPara="1" rIns="91425" wrap="square" tIns="45700">
            <a:noAutofit/>
          </a:bodyPr>
          <a:lstStyle>
            <a:lvl1pPr lvl="0"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1pPr>
            <a:lvl2pPr lvl="1"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3" name="Google Shape;43;g30464291f07_0_116"/>
          <p:cNvSpPr txBox="1"/>
          <p:nvPr>
            <p:ph idx="12" type="sldNum"/>
          </p:nvPr>
        </p:nvSpPr>
        <p:spPr>
          <a:xfrm>
            <a:off x="483228" y="6356350"/>
            <a:ext cx="709800" cy="365100"/>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4" name="Shape 44"/>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1_Blank">
    <p:spTree>
      <p:nvGrpSpPr>
        <p:cNvPr id="45" name="Shape 45"/>
        <p:cNvGrpSpPr/>
        <p:nvPr/>
      </p:nvGrpSpPr>
      <p:grpSpPr>
        <a:xfrm>
          <a:off x="0" y="0"/>
          <a:ext cx="0" cy="0"/>
          <a:chOff x="0" y="0"/>
          <a:chExt cx="0" cy="0"/>
        </a:xfrm>
      </p:grpSpPr>
      <p:sp>
        <p:nvSpPr>
          <p:cNvPr id="46" name="Google Shape;46;g30464291f07_0_122"/>
          <p:cNvSpPr txBox="1"/>
          <p:nvPr>
            <p:ph idx="12" type="sldNum"/>
          </p:nvPr>
        </p:nvSpPr>
        <p:spPr>
          <a:xfrm>
            <a:off x="145433" y="194699"/>
            <a:ext cx="2409600" cy="1670400"/>
          </a:xfrm>
          <a:prstGeom prst="rect">
            <a:avLst/>
          </a:prstGeom>
          <a:noFill/>
          <a:ln>
            <a:noFill/>
          </a:ln>
        </p:spPr>
        <p:txBody>
          <a:bodyPr anchorCtr="0" anchor="t" bIns="91425" lIns="91425" spcFirstLastPara="1" rIns="91425" wrap="square" tIns="91425">
            <a:noAutofit/>
          </a:bodyPr>
          <a:lstStyle>
            <a:lvl1pPr indent="0" lvl="0" marL="0" algn="l">
              <a:buClr>
                <a:schemeClr val="accent3"/>
              </a:buClr>
              <a:buSzPts val="1200"/>
              <a:buFont typeface="Arial"/>
              <a:buNone/>
              <a:defRPr b="0" i="0" sz="1200" u="none" cap="none" strike="noStrike">
                <a:solidFill>
                  <a:schemeClr val="accent3"/>
                </a:solidFill>
                <a:latin typeface="Arial"/>
                <a:ea typeface="Arial"/>
                <a:cs typeface="Arial"/>
                <a:sym typeface="Arial"/>
              </a:defRPr>
            </a:lvl1pPr>
            <a:lvl2pPr indent="0" lvl="1" marL="0" algn="l">
              <a:buClr>
                <a:schemeClr val="accent3"/>
              </a:buClr>
              <a:buSzPts val="1200"/>
              <a:buFont typeface="Arial"/>
              <a:buNone/>
              <a:defRPr b="0" i="0" sz="1200" u="none" cap="none" strike="noStrike">
                <a:solidFill>
                  <a:schemeClr val="accent3"/>
                </a:solidFill>
                <a:latin typeface="Arial"/>
                <a:ea typeface="Arial"/>
                <a:cs typeface="Arial"/>
                <a:sym typeface="Arial"/>
              </a:defRPr>
            </a:lvl2pPr>
            <a:lvl3pPr indent="0" lvl="2" marL="0" algn="l">
              <a:buClr>
                <a:schemeClr val="accent3"/>
              </a:buClr>
              <a:buSzPts val="1200"/>
              <a:buFont typeface="Arial"/>
              <a:buNone/>
              <a:defRPr b="0" i="0" sz="1200" u="none" cap="none" strike="noStrike">
                <a:solidFill>
                  <a:schemeClr val="accent3"/>
                </a:solidFill>
                <a:latin typeface="Arial"/>
                <a:ea typeface="Arial"/>
                <a:cs typeface="Arial"/>
                <a:sym typeface="Arial"/>
              </a:defRPr>
            </a:lvl3pPr>
            <a:lvl4pPr indent="0" lvl="3" marL="0" algn="l">
              <a:buClr>
                <a:schemeClr val="accent3"/>
              </a:buClr>
              <a:buSzPts val="1200"/>
              <a:buFont typeface="Arial"/>
              <a:buNone/>
              <a:defRPr b="0" i="0" sz="1200" u="none" cap="none" strike="noStrike">
                <a:solidFill>
                  <a:schemeClr val="accent3"/>
                </a:solidFill>
                <a:latin typeface="Arial"/>
                <a:ea typeface="Arial"/>
                <a:cs typeface="Arial"/>
                <a:sym typeface="Arial"/>
              </a:defRPr>
            </a:lvl4pPr>
            <a:lvl5pPr indent="0" lvl="4" marL="0" algn="l">
              <a:buClr>
                <a:schemeClr val="accent3"/>
              </a:buClr>
              <a:buSzPts val="1200"/>
              <a:buFont typeface="Arial"/>
              <a:buNone/>
              <a:defRPr b="0" i="0" sz="1200" u="none" cap="none" strike="noStrike">
                <a:solidFill>
                  <a:schemeClr val="accent3"/>
                </a:solidFill>
                <a:latin typeface="Arial"/>
                <a:ea typeface="Arial"/>
                <a:cs typeface="Arial"/>
                <a:sym typeface="Arial"/>
              </a:defRPr>
            </a:lvl5pPr>
            <a:lvl6pPr indent="0" lvl="5" marL="0" algn="l">
              <a:buClr>
                <a:schemeClr val="accent3"/>
              </a:buClr>
              <a:buSzPts val="1200"/>
              <a:buFont typeface="Arial"/>
              <a:buNone/>
              <a:defRPr b="0" i="0" sz="1200" u="none" cap="none" strike="noStrike">
                <a:solidFill>
                  <a:schemeClr val="accent3"/>
                </a:solidFill>
                <a:latin typeface="Arial"/>
                <a:ea typeface="Arial"/>
                <a:cs typeface="Arial"/>
                <a:sym typeface="Arial"/>
              </a:defRPr>
            </a:lvl6pPr>
            <a:lvl7pPr indent="0" lvl="6" marL="0" algn="l">
              <a:buClr>
                <a:schemeClr val="accent3"/>
              </a:buClr>
              <a:buSzPts val="1200"/>
              <a:buFont typeface="Arial"/>
              <a:buNone/>
              <a:defRPr b="0" i="0" sz="1200" u="none" cap="none" strike="noStrike">
                <a:solidFill>
                  <a:schemeClr val="accent3"/>
                </a:solidFill>
                <a:latin typeface="Arial"/>
                <a:ea typeface="Arial"/>
                <a:cs typeface="Arial"/>
                <a:sym typeface="Arial"/>
              </a:defRPr>
            </a:lvl7pPr>
            <a:lvl8pPr indent="0" lvl="7" marL="0" algn="l">
              <a:buClr>
                <a:schemeClr val="accent3"/>
              </a:buClr>
              <a:buSzPts val="1200"/>
              <a:buFont typeface="Arial"/>
              <a:buNone/>
              <a:defRPr b="0" i="0" sz="1200" u="none" cap="none" strike="noStrike">
                <a:solidFill>
                  <a:schemeClr val="accent3"/>
                </a:solidFill>
                <a:latin typeface="Arial"/>
                <a:ea typeface="Arial"/>
                <a:cs typeface="Arial"/>
                <a:sym typeface="Arial"/>
              </a:defRPr>
            </a:lvl8pPr>
            <a:lvl9pPr indent="0" lvl="8" marL="0" algn="l">
              <a:buClr>
                <a:schemeClr val="accent3"/>
              </a:buClr>
              <a:buSzPts val="1200"/>
              <a:buFont typeface="Arial"/>
              <a:buNone/>
              <a:defRPr b="0" i="0" sz="1200" u="none" cap="none" strike="noStrike">
                <a:solidFill>
                  <a:schemeClr val="accent3"/>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color">
  <p:cSld name="Blank color">
    <p:bg>
      <p:bgPr>
        <a:solidFill>
          <a:schemeClr val="accent1"/>
        </a:solidFill>
      </p:bgPr>
    </p:bg>
    <p:spTree>
      <p:nvGrpSpPr>
        <p:cNvPr id="47" name="Shape 47"/>
        <p:cNvGrpSpPr/>
        <p:nvPr/>
      </p:nvGrpSpPr>
      <p:grpSpPr>
        <a:xfrm>
          <a:off x="0" y="0"/>
          <a:ext cx="0" cy="0"/>
          <a:chOff x="0" y="0"/>
          <a:chExt cx="0" cy="0"/>
        </a:xfrm>
      </p:grpSpPr>
      <p:sp>
        <p:nvSpPr>
          <p:cNvPr id="48" name="Google Shape;48;g30464291f07_0_124"/>
          <p:cNvSpPr txBox="1"/>
          <p:nvPr>
            <p:ph idx="12" type="sldNum"/>
          </p:nvPr>
        </p:nvSpPr>
        <p:spPr>
          <a:xfrm>
            <a:off x="145433" y="194699"/>
            <a:ext cx="2409600" cy="1670400"/>
          </a:xfrm>
          <a:prstGeom prst="rect">
            <a:avLst/>
          </a:prstGeom>
          <a:noFill/>
          <a:ln>
            <a:noFill/>
          </a:ln>
        </p:spPr>
        <p:txBody>
          <a:bodyPr anchorCtr="0" anchor="t" bIns="91425" lIns="91425" spcFirstLastPara="1" rIns="91425" wrap="square" tIns="91425">
            <a:noAutofit/>
          </a:bodyPr>
          <a:lstStyle>
            <a:lvl1pPr indent="0" lvl="0" marL="0" algn="l">
              <a:buClr>
                <a:srgbClr val="909297"/>
              </a:buClr>
              <a:buSzPts val="1200"/>
              <a:buFont typeface="Arial"/>
              <a:buNone/>
              <a:defRPr sz="1200">
                <a:solidFill>
                  <a:srgbClr val="909297"/>
                </a:solidFill>
                <a:latin typeface="Arial"/>
                <a:ea typeface="Arial"/>
                <a:cs typeface="Arial"/>
                <a:sym typeface="Arial"/>
              </a:defRPr>
            </a:lvl1pPr>
            <a:lvl2pPr indent="0" lvl="1" marL="0" algn="l">
              <a:buClr>
                <a:srgbClr val="909297"/>
              </a:buClr>
              <a:buSzPts val="1200"/>
              <a:buFont typeface="Arial"/>
              <a:buNone/>
              <a:defRPr sz="1200">
                <a:solidFill>
                  <a:srgbClr val="909297"/>
                </a:solidFill>
                <a:latin typeface="Arial"/>
                <a:ea typeface="Arial"/>
                <a:cs typeface="Arial"/>
                <a:sym typeface="Arial"/>
              </a:defRPr>
            </a:lvl2pPr>
            <a:lvl3pPr indent="0" lvl="2" marL="0" algn="l">
              <a:buClr>
                <a:srgbClr val="909297"/>
              </a:buClr>
              <a:buSzPts val="1200"/>
              <a:buFont typeface="Arial"/>
              <a:buNone/>
              <a:defRPr sz="1200">
                <a:solidFill>
                  <a:srgbClr val="909297"/>
                </a:solidFill>
                <a:latin typeface="Arial"/>
                <a:ea typeface="Arial"/>
                <a:cs typeface="Arial"/>
                <a:sym typeface="Arial"/>
              </a:defRPr>
            </a:lvl3pPr>
            <a:lvl4pPr indent="0" lvl="3" marL="0" algn="l">
              <a:buClr>
                <a:srgbClr val="909297"/>
              </a:buClr>
              <a:buSzPts val="1200"/>
              <a:buFont typeface="Arial"/>
              <a:buNone/>
              <a:defRPr sz="1200">
                <a:solidFill>
                  <a:srgbClr val="909297"/>
                </a:solidFill>
                <a:latin typeface="Arial"/>
                <a:ea typeface="Arial"/>
                <a:cs typeface="Arial"/>
                <a:sym typeface="Arial"/>
              </a:defRPr>
            </a:lvl4pPr>
            <a:lvl5pPr indent="0" lvl="4" marL="0" algn="l">
              <a:buClr>
                <a:srgbClr val="909297"/>
              </a:buClr>
              <a:buSzPts val="1200"/>
              <a:buFont typeface="Arial"/>
              <a:buNone/>
              <a:defRPr sz="1200">
                <a:solidFill>
                  <a:srgbClr val="909297"/>
                </a:solidFill>
                <a:latin typeface="Arial"/>
                <a:ea typeface="Arial"/>
                <a:cs typeface="Arial"/>
                <a:sym typeface="Arial"/>
              </a:defRPr>
            </a:lvl5pPr>
            <a:lvl6pPr indent="0" lvl="5" marL="0" algn="l">
              <a:buClr>
                <a:srgbClr val="909297"/>
              </a:buClr>
              <a:buSzPts val="1200"/>
              <a:buFont typeface="Arial"/>
              <a:buNone/>
              <a:defRPr sz="1200">
                <a:solidFill>
                  <a:srgbClr val="909297"/>
                </a:solidFill>
                <a:latin typeface="Arial"/>
                <a:ea typeface="Arial"/>
                <a:cs typeface="Arial"/>
                <a:sym typeface="Arial"/>
              </a:defRPr>
            </a:lvl6pPr>
            <a:lvl7pPr indent="0" lvl="6" marL="0" algn="l">
              <a:buClr>
                <a:srgbClr val="909297"/>
              </a:buClr>
              <a:buSzPts val="1200"/>
              <a:buFont typeface="Arial"/>
              <a:buNone/>
              <a:defRPr sz="1200">
                <a:solidFill>
                  <a:srgbClr val="909297"/>
                </a:solidFill>
                <a:latin typeface="Arial"/>
                <a:ea typeface="Arial"/>
                <a:cs typeface="Arial"/>
                <a:sym typeface="Arial"/>
              </a:defRPr>
            </a:lvl7pPr>
            <a:lvl8pPr indent="0" lvl="7" marL="0" algn="l">
              <a:buClr>
                <a:srgbClr val="909297"/>
              </a:buClr>
              <a:buSzPts val="1200"/>
              <a:buFont typeface="Arial"/>
              <a:buNone/>
              <a:defRPr sz="1200">
                <a:solidFill>
                  <a:srgbClr val="909297"/>
                </a:solidFill>
                <a:latin typeface="Arial"/>
                <a:ea typeface="Arial"/>
                <a:cs typeface="Arial"/>
                <a:sym typeface="Arial"/>
              </a:defRPr>
            </a:lvl8pPr>
            <a:lvl9pPr indent="0" lvl="8" marL="0" algn="l">
              <a:buClr>
                <a:srgbClr val="909297"/>
              </a:buClr>
              <a:buSzPts val="1200"/>
              <a:buFont typeface="Arial"/>
              <a:buNone/>
              <a:defRPr sz="1200">
                <a:solidFill>
                  <a:srgbClr val="909297"/>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eneral Slide">
  <p:cSld name="General Slide">
    <p:spTree>
      <p:nvGrpSpPr>
        <p:cNvPr id="49" name="Shape 49"/>
        <p:cNvGrpSpPr/>
        <p:nvPr/>
      </p:nvGrpSpPr>
      <p:grpSpPr>
        <a:xfrm>
          <a:off x="0" y="0"/>
          <a:ext cx="0" cy="0"/>
          <a:chOff x="0" y="0"/>
          <a:chExt cx="0" cy="0"/>
        </a:xfrm>
      </p:grpSpPr>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50" name="Shape 50"/>
        <p:cNvGrpSpPr/>
        <p:nvPr/>
      </p:nvGrpSpPr>
      <p:grpSpPr>
        <a:xfrm>
          <a:off x="0" y="0"/>
          <a:ext cx="0" cy="0"/>
          <a:chOff x="0" y="0"/>
          <a:chExt cx="0" cy="0"/>
        </a:xfrm>
      </p:grpSpPr>
      <p:sp>
        <p:nvSpPr>
          <p:cNvPr id="51" name="Google Shape;51;g30464291f07_0_127"/>
          <p:cNvSpPr txBox="1"/>
          <p:nvPr>
            <p:ph type="ctrTitle"/>
          </p:nvPr>
        </p:nvSpPr>
        <p:spPr>
          <a:xfrm>
            <a:off x="1524000" y="1122363"/>
            <a:ext cx="9144000" cy="2387700"/>
          </a:xfrm>
          <a:prstGeom prst="rect">
            <a:avLst/>
          </a:prstGeom>
          <a:noFill/>
          <a:ln>
            <a:noFill/>
          </a:ln>
        </p:spPr>
        <p:txBody>
          <a:bodyPr anchorCtr="0" anchor="b" bIns="45700" lIns="91425" spcFirstLastPara="1" rIns="91425" wrap="square" tIns="45700">
            <a:noAutofit/>
          </a:bodyPr>
          <a:lstStyle>
            <a:lvl1pPr lvl="0" algn="ctr">
              <a:lnSpc>
                <a:spcPct val="90000"/>
              </a:lnSpc>
              <a:spcBef>
                <a:spcPts val="0"/>
              </a:spcBef>
              <a:spcAft>
                <a:spcPts val="0"/>
              </a:spcAft>
              <a:buClr>
                <a:schemeClr val="dk1"/>
              </a:buClr>
              <a:buSzPts val="6000"/>
              <a:buFont typeface="Arial"/>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2" name="Google Shape;52;g30464291f07_0_127"/>
          <p:cNvSpPr txBox="1"/>
          <p:nvPr>
            <p:ph idx="1" type="subTitle"/>
          </p:nvPr>
        </p:nvSpPr>
        <p:spPr>
          <a:xfrm>
            <a:off x="1524000" y="3602038"/>
            <a:ext cx="9144000" cy="1655700"/>
          </a:xfrm>
          <a:prstGeom prst="rect">
            <a:avLst/>
          </a:prstGeom>
          <a:noFill/>
          <a:ln>
            <a:noFill/>
          </a:ln>
        </p:spPr>
        <p:txBody>
          <a:bodyPr anchorCtr="0" anchor="t" bIns="45700" lIns="91425" spcFirstLastPara="1" rIns="91425" wrap="square" tIns="45700">
            <a:no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53" name="Google Shape;53;g30464291f07_0_127"/>
          <p:cNvSpPr txBox="1"/>
          <p:nvPr>
            <p:ph idx="12" type="sldNum"/>
          </p:nvPr>
        </p:nvSpPr>
        <p:spPr>
          <a:xfrm>
            <a:off x="483228" y="6356350"/>
            <a:ext cx="709800" cy="365100"/>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54" name="Shape 54"/>
        <p:cNvGrpSpPr/>
        <p:nvPr/>
      </p:nvGrpSpPr>
      <p:grpSpPr>
        <a:xfrm>
          <a:off x="0" y="0"/>
          <a:ext cx="0" cy="0"/>
          <a:chOff x="0" y="0"/>
          <a:chExt cx="0" cy="0"/>
        </a:xfrm>
      </p:grpSpPr>
      <p:sp>
        <p:nvSpPr>
          <p:cNvPr id="55" name="Google Shape;55;g30464291f07_0_131"/>
          <p:cNvSpPr txBox="1"/>
          <p:nvPr>
            <p:ph type="title"/>
          </p:nvPr>
        </p:nvSpPr>
        <p:spPr>
          <a:xfrm>
            <a:off x="831850" y="1709738"/>
            <a:ext cx="10515600" cy="2852700"/>
          </a:xfrm>
          <a:prstGeom prst="rect">
            <a:avLst/>
          </a:prstGeom>
          <a:noFill/>
          <a:ln>
            <a:noFill/>
          </a:ln>
        </p:spPr>
        <p:txBody>
          <a:bodyPr anchorCtr="0" anchor="b" bIns="45700" lIns="91425" spcFirstLastPara="1" rIns="91425" wrap="square" tIns="45700">
            <a:noAutofit/>
          </a:bodyPr>
          <a:lstStyle>
            <a:lvl1pPr lvl="0" algn="ctr">
              <a:lnSpc>
                <a:spcPct val="90000"/>
              </a:lnSpc>
              <a:spcBef>
                <a:spcPts val="0"/>
              </a:spcBef>
              <a:spcAft>
                <a:spcPts val="0"/>
              </a:spcAft>
              <a:buClr>
                <a:schemeClr val="dk1"/>
              </a:buClr>
              <a:buSzPts val="6000"/>
              <a:buFont typeface="Arial"/>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g30464291f07_0_131"/>
          <p:cNvSpPr txBox="1"/>
          <p:nvPr>
            <p:ph idx="1" type="body"/>
          </p:nvPr>
        </p:nvSpPr>
        <p:spPr>
          <a:xfrm>
            <a:off x="831850" y="4589463"/>
            <a:ext cx="10515600" cy="1500300"/>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rgbClr val="909297"/>
              </a:buClr>
              <a:buSzPts val="2400"/>
              <a:buNone/>
              <a:defRPr sz="2400">
                <a:solidFill>
                  <a:srgbClr val="909297"/>
                </a:solidFill>
              </a:defRPr>
            </a:lvl1pPr>
            <a:lvl2pPr indent="-228600" lvl="1" marL="914400" algn="l">
              <a:lnSpc>
                <a:spcPct val="90000"/>
              </a:lnSpc>
              <a:spcBef>
                <a:spcPts val="500"/>
              </a:spcBef>
              <a:spcAft>
                <a:spcPts val="0"/>
              </a:spcAft>
              <a:buClr>
                <a:srgbClr val="909297"/>
              </a:buClr>
              <a:buSzPts val="2000"/>
              <a:buNone/>
              <a:defRPr sz="2000">
                <a:solidFill>
                  <a:srgbClr val="909297"/>
                </a:solidFill>
              </a:defRPr>
            </a:lvl2pPr>
            <a:lvl3pPr indent="-228600" lvl="2" marL="1371600" algn="l">
              <a:lnSpc>
                <a:spcPct val="90000"/>
              </a:lnSpc>
              <a:spcBef>
                <a:spcPts val="500"/>
              </a:spcBef>
              <a:spcAft>
                <a:spcPts val="0"/>
              </a:spcAft>
              <a:buClr>
                <a:srgbClr val="909297"/>
              </a:buClr>
              <a:buSzPts val="1800"/>
              <a:buNone/>
              <a:defRPr sz="1800">
                <a:solidFill>
                  <a:srgbClr val="909297"/>
                </a:solidFill>
              </a:defRPr>
            </a:lvl3pPr>
            <a:lvl4pPr indent="-228600" lvl="3" marL="1828800" algn="l">
              <a:lnSpc>
                <a:spcPct val="90000"/>
              </a:lnSpc>
              <a:spcBef>
                <a:spcPts val="500"/>
              </a:spcBef>
              <a:spcAft>
                <a:spcPts val="0"/>
              </a:spcAft>
              <a:buClr>
                <a:srgbClr val="909297"/>
              </a:buClr>
              <a:buSzPts val="1600"/>
              <a:buNone/>
              <a:defRPr sz="1600">
                <a:solidFill>
                  <a:srgbClr val="909297"/>
                </a:solidFill>
              </a:defRPr>
            </a:lvl4pPr>
            <a:lvl5pPr indent="-228600" lvl="4" marL="2286000" algn="l">
              <a:lnSpc>
                <a:spcPct val="90000"/>
              </a:lnSpc>
              <a:spcBef>
                <a:spcPts val="500"/>
              </a:spcBef>
              <a:spcAft>
                <a:spcPts val="0"/>
              </a:spcAft>
              <a:buClr>
                <a:srgbClr val="909297"/>
              </a:buClr>
              <a:buSzPts val="1600"/>
              <a:buNone/>
              <a:defRPr sz="1600">
                <a:solidFill>
                  <a:srgbClr val="909297"/>
                </a:solidFill>
              </a:defRPr>
            </a:lvl5pPr>
            <a:lvl6pPr indent="-228600" lvl="5" marL="2743200" algn="l">
              <a:lnSpc>
                <a:spcPct val="90000"/>
              </a:lnSpc>
              <a:spcBef>
                <a:spcPts val="500"/>
              </a:spcBef>
              <a:spcAft>
                <a:spcPts val="0"/>
              </a:spcAft>
              <a:buClr>
                <a:srgbClr val="909297"/>
              </a:buClr>
              <a:buSzPts val="1600"/>
              <a:buNone/>
              <a:defRPr sz="1600">
                <a:solidFill>
                  <a:srgbClr val="909297"/>
                </a:solidFill>
              </a:defRPr>
            </a:lvl6pPr>
            <a:lvl7pPr indent="-228600" lvl="6" marL="3200400" algn="l">
              <a:lnSpc>
                <a:spcPct val="90000"/>
              </a:lnSpc>
              <a:spcBef>
                <a:spcPts val="500"/>
              </a:spcBef>
              <a:spcAft>
                <a:spcPts val="0"/>
              </a:spcAft>
              <a:buClr>
                <a:srgbClr val="909297"/>
              </a:buClr>
              <a:buSzPts val="1600"/>
              <a:buNone/>
              <a:defRPr sz="1600">
                <a:solidFill>
                  <a:srgbClr val="909297"/>
                </a:solidFill>
              </a:defRPr>
            </a:lvl7pPr>
            <a:lvl8pPr indent="-228600" lvl="7" marL="3657600" algn="l">
              <a:lnSpc>
                <a:spcPct val="90000"/>
              </a:lnSpc>
              <a:spcBef>
                <a:spcPts val="500"/>
              </a:spcBef>
              <a:spcAft>
                <a:spcPts val="0"/>
              </a:spcAft>
              <a:buClr>
                <a:srgbClr val="909297"/>
              </a:buClr>
              <a:buSzPts val="1600"/>
              <a:buNone/>
              <a:defRPr sz="1600">
                <a:solidFill>
                  <a:srgbClr val="909297"/>
                </a:solidFill>
              </a:defRPr>
            </a:lvl8pPr>
            <a:lvl9pPr indent="-228600" lvl="8" marL="4114800" algn="l">
              <a:lnSpc>
                <a:spcPct val="90000"/>
              </a:lnSpc>
              <a:spcBef>
                <a:spcPts val="500"/>
              </a:spcBef>
              <a:spcAft>
                <a:spcPts val="0"/>
              </a:spcAft>
              <a:buClr>
                <a:srgbClr val="909297"/>
              </a:buClr>
              <a:buSzPts val="1600"/>
              <a:buNone/>
              <a:defRPr sz="1600">
                <a:solidFill>
                  <a:srgbClr val="909297"/>
                </a:solidFill>
              </a:defRPr>
            </a:lvl9pPr>
          </a:lstStyle>
          <a:p/>
        </p:txBody>
      </p:sp>
      <p:sp>
        <p:nvSpPr>
          <p:cNvPr id="57" name="Google Shape;57;g30464291f07_0_131"/>
          <p:cNvSpPr txBox="1"/>
          <p:nvPr>
            <p:ph idx="10" type="dt"/>
          </p:nvPr>
        </p:nvSpPr>
        <p:spPr>
          <a:xfrm>
            <a:off x="838200" y="6356350"/>
            <a:ext cx="2743200" cy="365100"/>
          </a:xfrm>
          <a:prstGeom prst="rect">
            <a:avLst/>
          </a:prstGeom>
          <a:noFill/>
          <a:ln>
            <a:noFill/>
          </a:ln>
        </p:spPr>
        <p:txBody>
          <a:bodyPr anchorCtr="0" anchor="t" bIns="45700" lIns="91425" spcFirstLastPara="1" rIns="91425" wrap="square" tIns="45700">
            <a:noAutofit/>
          </a:bodyPr>
          <a:lstStyle>
            <a:lvl1pPr lvl="0" marR="0" algn="l">
              <a:spcBef>
                <a:spcPts val="0"/>
              </a:spcBef>
              <a:spcAft>
                <a:spcPts val="0"/>
              </a:spcAft>
              <a:buSzPts val="1400"/>
              <a:buNone/>
              <a:defRPr sz="1800">
                <a:solidFill>
                  <a:schemeClr val="dk1"/>
                </a:solidFill>
                <a:latin typeface="Calibri"/>
                <a:ea typeface="Calibri"/>
                <a:cs typeface="Calibri"/>
                <a:sym typeface="Calibri"/>
              </a:defRPr>
            </a:lvl1pPr>
            <a:lvl2pPr lvl="1"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8" name="Google Shape;58;g30464291f07_0_131"/>
          <p:cNvSpPr txBox="1"/>
          <p:nvPr>
            <p:ph idx="11" type="ftr"/>
          </p:nvPr>
        </p:nvSpPr>
        <p:spPr>
          <a:xfrm>
            <a:off x="4038600" y="6356350"/>
            <a:ext cx="4114800" cy="365100"/>
          </a:xfrm>
          <a:prstGeom prst="rect">
            <a:avLst/>
          </a:prstGeom>
          <a:noFill/>
          <a:ln>
            <a:noFill/>
          </a:ln>
        </p:spPr>
        <p:txBody>
          <a:bodyPr anchorCtr="0" anchor="t" bIns="45700" lIns="91425" spcFirstLastPara="1" rIns="91425" wrap="square" tIns="45700">
            <a:noAutofit/>
          </a:bodyPr>
          <a:lstStyle>
            <a:lvl1pPr lvl="0" marR="0" algn="l">
              <a:spcBef>
                <a:spcPts val="0"/>
              </a:spcBef>
              <a:spcAft>
                <a:spcPts val="0"/>
              </a:spcAft>
              <a:buSzPts val="1400"/>
              <a:buNone/>
              <a:defRPr sz="1800">
                <a:solidFill>
                  <a:schemeClr val="dk1"/>
                </a:solidFill>
                <a:latin typeface="Calibri"/>
                <a:ea typeface="Calibri"/>
                <a:cs typeface="Calibri"/>
                <a:sym typeface="Calibri"/>
              </a:defRPr>
            </a:lvl1pPr>
            <a:lvl2pPr lvl="1"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9" name="Google Shape;59;g30464291f07_0_131"/>
          <p:cNvSpPr txBox="1"/>
          <p:nvPr>
            <p:ph idx="12" type="sldNum"/>
          </p:nvPr>
        </p:nvSpPr>
        <p:spPr>
          <a:xfrm>
            <a:off x="483228" y="6356350"/>
            <a:ext cx="709800" cy="365100"/>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60" name="Shape 60"/>
        <p:cNvGrpSpPr/>
        <p:nvPr/>
      </p:nvGrpSpPr>
      <p:grpSpPr>
        <a:xfrm>
          <a:off x="0" y="0"/>
          <a:ext cx="0" cy="0"/>
          <a:chOff x="0" y="0"/>
          <a:chExt cx="0" cy="0"/>
        </a:xfrm>
      </p:grpSpPr>
      <p:sp>
        <p:nvSpPr>
          <p:cNvPr id="61" name="Google Shape;61;g30464291f07_0_137"/>
          <p:cNvSpPr txBox="1"/>
          <p:nvPr>
            <p:ph type="title"/>
          </p:nvPr>
        </p:nvSpPr>
        <p:spPr>
          <a:xfrm>
            <a:off x="839788" y="365125"/>
            <a:ext cx="10515600" cy="1325700"/>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2" name="Google Shape;62;g30464291f07_0_137"/>
          <p:cNvSpPr txBox="1"/>
          <p:nvPr>
            <p:ph idx="1" type="body"/>
          </p:nvPr>
        </p:nvSpPr>
        <p:spPr>
          <a:xfrm>
            <a:off x="839788" y="1681163"/>
            <a:ext cx="5157900" cy="823800"/>
          </a:xfrm>
          <a:prstGeom prst="rect">
            <a:avLst/>
          </a:prstGeom>
          <a:noFill/>
          <a:ln>
            <a:noFill/>
          </a:ln>
        </p:spPr>
        <p:txBody>
          <a:bodyPr anchorCtr="0" anchor="b" bIns="45700" lIns="91425" spcFirstLastPara="1" rIns="91425" wrap="square" tIns="45700">
            <a:no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63" name="Google Shape;63;g30464291f07_0_137"/>
          <p:cNvSpPr txBox="1"/>
          <p:nvPr>
            <p:ph idx="2" type="body"/>
          </p:nvPr>
        </p:nvSpPr>
        <p:spPr>
          <a:xfrm>
            <a:off x="839788" y="2505075"/>
            <a:ext cx="5157900" cy="3684600"/>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4" name="Google Shape;64;g30464291f07_0_137"/>
          <p:cNvSpPr txBox="1"/>
          <p:nvPr>
            <p:ph idx="3" type="body"/>
          </p:nvPr>
        </p:nvSpPr>
        <p:spPr>
          <a:xfrm>
            <a:off x="6172200" y="1681163"/>
            <a:ext cx="5183100" cy="823800"/>
          </a:xfrm>
          <a:prstGeom prst="rect">
            <a:avLst/>
          </a:prstGeom>
          <a:noFill/>
          <a:ln>
            <a:noFill/>
          </a:ln>
        </p:spPr>
        <p:txBody>
          <a:bodyPr anchorCtr="0" anchor="b" bIns="45700" lIns="91425" spcFirstLastPara="1" rIns="91425" wrap="square" tIns="45700">
            <a:no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65" name="Google Shape;65;g30464291f07_0_137"/>
          <p:cNvSpPr txBox="1"/>
          <p:nvPr>
            <p:ph idx="4" type="body"/>
          </p:nvPr>
        </p:nvSpPr>
        <p:spPr>
          <a:xfrm>
            <a:off x="6172200" y="2505075"/>
            <a:ext cx="5183100" cy="3684600"/>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6" name="Google Shape;66;g30464291f07_0_137"/>
          <p:cNvSpPr txBox="1"/>
          <p:nvPr>
            <p:ph idx="10" type="dt"/>
          </p:nvPr>
        </p:nvSpPr>
        <p:spPr>
          <a:xfrm>
            <a:off x="838200" y="6356350"/>
            <a:ext cx="2743200" cy="365100"/>
          </a:xfrm>
          <a:prstGeom prst="rect">
            <a:avLst/>
          </a:prstGeom>
          <a:noFill/>
          <a:ln>
            <a:noFill/>
          </a:ln>
        </p:spPr>
        <p:txBody>
          <a:bodyPr anchorCtr="0" anchor="t" bIns="45700" lIns="91425" spcFirstLastPara="1" rIns="91425" wrap="square" tIns="45700">
            <a:noAutofit/>
          </a:bodyPr>
          <a:lstStyle>
            <a:lvl1pPr lvl="0" marR="0" algn="l">
              <a:spcBef>
                <a:spcPts val="0"/>
              </a:spcBef>
              <a:spcAft>
                <a:spcPts val="0"/>
              </a:spcAft>
              <a:buSzPts val="1400"/>
              <a:buNone/>
              <a:defRPr sz="1800">
                <a:solidFill>
                  <a:schemeClr val="dk1"/>
                </a:solidFill>
                <a:latin typeface="Calibri"/>
                <a:ea typeface="Calibri"/>
                <a:cs typeface="Calibri"/>
                <a:sym typeface="Calibri"/>
              </a:defRPr>
            </a:lvl1pPr>
            <a:lvl2pPr lvl="1"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67" name="Google Shape;67;g30464291f07_0_137"/>
          <p:cNvSpPr txBox="1"/>
          <p:nvPr>
            <p:ph idx="11" type="ftr"/>
          </p:nvPr>
        </p:nvSpPr>
        <p:spPr>
          <a:xfrm>
            <a:off x="4038600" y="6356350"/>
            <a:ext cx="4114800" cy="365100"/>
          </a:xfrm>
          <a:prstGeom prst="rect">
            <a:avLst/>
          </a:prstGeom>
          <a:noFill/>
          <a:ln>
            <a:noFill/>
          </a:ln>
        </p:spPr>
        <p:txBody>
          <a:bodyPr anchorCtr="0" anchor="t" bIns="45700" lIns="91425" spcFirstLastPara="1" rIns="91425" wrap="square" tIns="45700">
            <a:noAutofit/>
          </a:bodyPr>
          <a:lstStyle>
            <a:lvl1pPr lvl="0" marR="0" algn="l">
              <a:spcBef>
                <a:spcPts val="0"/>
              </a:spcBef>
              <a:spcAft>
                <a:spcPts val="0"/>
              </a:spcAft>
              <a:buSzPts val="1400"/>
              <a:buNone/>
              <a:defRPr sz="1800">
                <a:solidFill>
                  <a:schemeClr val="dk1"/>
                </a:solidFill>
                <a:latin typeface="Calibri"/>
                <a:ea typeface="Calibri"/>
                <a:cs typeface="Calibri"/>
                <a:sym typeface="Calibri"/>
              </a:defRPr>
            </a:lvl1pPr>
            <a:lvl2pPr lvl="1"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68" name="Google Shape;68;g30464291f07_0_137"/>
          <p:cNvSpPr txBox="1"/>
          <p:nvPr>
            <p:ph idx="12" type="sldNum"/>
          </p:nvPr>
        </p:nvSpPr>
        <p:spPr>
          <a:xfrm>
            <a:off x="483228" y="6356350"/>
            <a:ext cx="709800" cy="365100"/>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69" name="Shape 69"/>
        <p:cNvGrpSpPr/>
        <p:nvPr/>
      </p:nvGrpSpPr>
      <p:grpSpPr>
        <a:xfrm>
          <a:off x="0" y="0"/>
          <a:ext cx="0" cy="0"/>
          <a:chOff x="0" y="0"/>
          <a:chExt cx="0" cy="0"/>
        </a:xfrm>
      </p:grpSpPr>
      <p:sp>
        <p:nvSpPr>
          <p:cNvPr id="70" name="Google Shape;70;g30464291f07_0_146"/>
          <p:cNvSpPr txBox="1"/>
          <p:nvPr>
            <p:ph type="title"/>
          </p:nvPr>
        </p:nvSpPr>
        <p:spPr>
          <a:xfrm>
            <a:off x="839788" y="457200"/>
            <a:ext cx="3932100" cy="1600200"/>
          </a:xfrm>
          <a:prstGeom prst="rect">
            <a:avLst/>
          </a:prstGeom>
          <a:noFill/>
          <a:ln>
            <a:noFill/>
          </a:ln>
        </p:spPr>
        <p:txBody>
          <a:bodyPr anchorCtr="0" anchor="b" bIns="45700" lIns="91425" spcFirstLastPara="1" rIns="91425" wrap="square" tIns="45700">
            <a:noAutofit/>
          </a:bodyPr>
          <a:lstStyle>
            <a:lvl1pPr lvl="0" algn="ctr">
              <a:lnSpc>
                <a:spcPct val="90000"/>
              </a:lnSpc>
              <a:spcBef>
                <a:spcPts val="0"/>
              </a:spcBef>
              <a:spcAft>
                <a:spcPts val="0"/>
              </a:spcAft>
              <a:buClr>
                <a:schemeClr val="dk1"/>
              </a:buClr>
              <a:buSzPts val="3200"/>
              <a:buFont typeface="Arial"/>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1" name="Google Shape;71;g30464291f07_0_146"/>
          <p:cNvSpPr txBox="1"/>
          <p:nvPr>
            <p:ph idx="1" type="body"/>
          </p:nvPr>
        </p:nvSpPr>
        <p:spPr>
          <a:xfrm>
            <a:off x="5183188" y="987425"/>
            <a:ext cx="6172200" cy="4873500"/>
          </a:xfrm>
          <a:prstGeom prst="rect">
            <a:avLst/>
          </a:prstGeom>
          <a:noFill/>
          <a:ln>
            <a:noFill/>
          </a:ln>
        </p:spPr>
        <p:txBody>
          <a:bodyPr anchorCtr="0" anchor="t" bIns="45700" lIns="91425" spcFirstLastPara="1" rIns="91425" wrap="square" tIns="45700">
            <a:no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72" name="Google Shape;72;g30464291f07_0_146"/>
          <p:cNvSpPr txBox="1"/>
          <p:nvPr>
            <p:ph idx="2" type="body"/>
          </p:nvPr>
        </p:nvSpPr>
        <p:spPr>
          <a:xfrm>
            <a:off x="839788" y="2057400"/>
            <a:ext cx="3932100" cy="3811500"/>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73" name="Google Shape;73;g30464291f07_0_146"/>
          <p:cNvSpPr txBox="1"/>
          <p:nvPr>
            <p:ph idx="10" type="dt"/>
          </p:nvPr>
        </p:nvSpPr>
        <p:spPr>
          <a:xfrm>
            <a:off x="838200" y="6356350"/>
            <a:ext cx="2743200" cy="365100"/>
          </a:xfrm>
          <a:prstGeom prst="rect">
            <a:avLst/>
          </a:prstGeom>
          <a:noFill/>
          <a:ln>
            <a:noFill/>
          </a:ln>
        </p:spPr>
        <p:txBody>
          <a:bodyPr anchorCtr="0" anchor="t" bIns="45700" lIns="91425" spcFirstLastPara="1" rIns="91425" wrap="square" tIns="45700">
            <a:noAutofit/>
          </a:bodyPr>
          <a:lstStyle>
            <a:lvl1pPr lvl="0" marR="0" algn="l">
              <a:spcBef>
                <a:spcPts val="0"/>
              </a:spcBef>
              <a:spcAft>
                <a:spcPts val="0"/>
              </a:spcAft>
              <a:buSzPts val="1400"/>
              <a:buNone/>
              <a:defRPr sz="1800">
                <a:solidFill>
                  <a:schemeClr val="dk1"/>
                </a:solidFill>
                <a:latin typeface="Calibri"/>
                <a:ea typeface="Calibri"/>
                <a:cs typeface="Calibri"/>
                <a:sym typeface="Calibri"/>
              </a:defRPr>
            </a:lvl1pPr>
            <a:lvl2pPr lvl="1"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74" name="Google Shape;74;g30464291f07_0_146"/>
          <p:cNvSpPr txBox="1"/>
          <p:nvPr>
            <p:ph idx="11" type="ftr"/>
          </p:nvPr>
        </p:nvSpPr>
        <p:spPr>
          <a:xfrm>
            <a:off x="4038600" y="6356350"/>
            <a:ext cx="4114800" cy="365100"/>
          </a:xfrm>
          <a:prstGeom prst="rect">
            <a:avLst/>
          </a:prstGeom>
          <a:noFill/>
          <a:ln>
            <a:noFill/>
          </a:ln>
        </p:spPr>
        <p:txBody>
          <a:bodyPr anchorCtr="0" anchor="t" bIns="45700" lIns="91425" spcFirstLastPara="1" rIns="91425" wrap="square" tIns="45700">
            <a:noAutofit/>
          </a:bodyPr>
          <a:lstStyle>
            <a:lvl1pPr lvl="0" marR="0" algn="l">
              <a:spcBef>
                <a:spcPts val="0"/>
              </a:spcBef>
              <a:spcAft>
                <a:spcPts val="0"/>
              </a:spcAft>
              <a:buSzPts val="1400"/>
              <a:buNone/>
              <a:defRPr sz="1800">
                <a:solidFill>
                  <a:schemeClr val="dk1"/>
                </a:solidFill>
                <a:latin typeface="Calibri"/>
                <a:ea typeface="Calibri"/>
                <a:cs typeface="Calibri"/>
                <a:sym typeface="Calibri"/>
              </a:defRPr>
            </a:lvl1pPr>
            <a:lvl2pPr lvl="1"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75" name="Google Shape;75;g30464291f07_0_146"/>
          <p:cNvSpPr txBox="1"/>
          <p:nvPr>
            <p:ph idx="12" type="sldNum"/>
          </p:nvPr>
        </p:nvSpPr>
        <p:spPr>
          <a:xfrm>
            <a:off x="483228" y="6356350"/>
            <a:ext cx="709800" cy="365100"/>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76" name="Shape 76"/>
        <p:cNvGrpSpPr/>
        <p:nvPr/>
      </p:nvGrpSpPr>
      <p:grpSpPr>
        <a:xfrm>
          <a:off x="0" y="0"/>
          <a:ext cx="0" cy="0"/>
          <a:chOff x="0" y="0"/>
          <a:chExt cx="0" cy="0"/>
        </a:xfrm>
      </p:grpSpPr>
      <p:sp>
        <p:nvSpPr>
          <p:cNvPr id="77" name="Google Shape;77;g30464291f07_0_153"/>
          <p:cNvSpPr txBox="1"/>
          <p:nvPr>
            <p:ph type="title"/>
          </p:nvPr>
        </p:nvSpPr>
        <p:spPr>
          <a:xfrm>
            <a:off x="839788" y="457200"/>
            <a:ext cx="3932100" cy="1600200"/>
          </a:xfrm>
          <a:prstGeom prst="rect">
            <a:avLst/>
          </a:prstGeom>
          <a:noFill/>
          <a:ln>
            <a:noFill/>
          </a:ln>
        </p:spPr>
        <p:txBody>
          <a:bodyPr anchorCtr="0" anchor="b" bIns="45700" lIns="91425" spcFirstLastPara="1" rIns="91425" wrap="square" tIns="45700">
            <a:noAutofit/>
          </a:bodyPr>
          <a:lstStyle>
            <a:lvl1pPr lvl="0" algn="ctr">
              <a:lnSpc>
                <a:spcPct val="90000"/>
              </a:lnSpc>
              <a:spcBef>
                <a:spcPts val="0"/>
              </a:spcBef>
              <a:spcAft>
                <a:spcPts val="0"/>
              </a:spcAft>
              <a:buClr>
                <a:schemeClr val="dk1"/>
              </a:buClr>
              <a:buSzPts val="3200"/>
              <a:buFont typeface="Arial"/>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8" name="Google Shape;78;g30464291f07_0_153"/>
          <p:cNvSpPr/>
          <p:nvPr>
            <p:ph idx="2" type="pic"/>
          </p:nvPr>
        </p:nvSpPr>
        <p:spPr>
          <a:xfrm>
            <a:off x="5183188" y="987425"/>
            <a:ext cx="6172200" cy="4873500"/>
          </a:xfrm>
          <a:prstGeom prst="rect">
            <a:avLst/>
          </a:prstGeom>
          <a:noFill/>
          <a:ln>
            <a:noFill/>
          </a:ln>
        </p:spPr>
        <p:txBody>
          <a:bodyPr anchorCtr="0" anchor="t" bIns="45700" lIns="91425" spcFirstLastPara="1" rIns="91425" wrap="square" tIns="45700">
            <a:noAutofit/>
          </a:bodyPr>
          <a:lstStyle>
            <a:lvl1pPr lvl="0" marR="0" algn="l">
              <a:lnSpc>
                <a:spcPct val="90000"/>
              </a:lnSpc>
              <a:spcBef>
                <a:spcPts val="1000"/>
              </a:spcBef>
              <a:spcAft>
                <a:spcPts val="0"/>
              </a:spcAft>
              <a:buClr>
                <a:schemeClr val="dk1"/>
              </a:buClr>
              <a:buSzPts val="3200"/>
              <a:buFont typeface="Arial"/>
              <a:buNone/>
              <a:defRPr b="0" i="0" sz="3200" u="none" cap="none" strike="noStrike">
                <a:solidFill>
                  <a:schemeClr val="dk1"/>
                </a:solidFill>
                <a:latin typeface="Arial"/>
                <a:ea typeface="Arial"/>
                <a:cs typeface="Arial"/>
                <a:sym typeface="Arial"/>
              </a:defRPr>
            </a:lvl1pPr>
            <a:lvl2pPr lvl="1" marR="0" algn="l">
              <a:lnSpc>
                <a:spcPct val="90000"/>
              </a:lnSpc>
              <a:spcBef>
                <a:spcPts val="50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algn="l">
              <a:lnSpc>
                <a:spcPct val="90000"/>
              </a:lnSpc>
              <a:spcBef>
                <a:spcPts val="500"/>
              </a:spcBef>
              <a:spcAft>
                <a:spcPts val="0"/>
              </a:spcAft>
              <a:buClr>
                <a:schemeClr val="dk1"/>
              </a:buClr>
              <a:buSzPts val="2400"/>
              <a:buFont typeface="Arial"/>
              <a:buNone/>
              <a:defRPr b="0" i="0" sz="2400" u="none" cap="none" strike="noStrike">
                <a:solidFill>
                  <a:schemeClr val="dk1"/>
                </a:solidFill>
                <a:latin typeface="Arial"/>
                <a:ea typeface="Arial"/>
                <a:cs typeface="Arial"/>
                <a:sym typeface="Arial"/>
              </a:defRPr>
            </a:lvl3pPr>
            <a:lvl4pPr lvl="3" marR="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4pPr>
            <a:lvl5pPr lvl="4" marR="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5pPr>
            <a:lvl6pPr lvl="5" marR="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Calibri"/>
                <a:ea typeface="Calibri"/>
                <a:cs typeface="Calibri"/>
                <a:sym typeface="Calibri"/>
              </a:defRPr>
            </a:lvl6pPr>
            <a:lvl7pPr lvl="6" marR="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Calibri"/>
                <a:ea typeface="Calibri"/>
                <a:cs typeface="Calibri"/>
                <a:sym typeface="Calibri"/>
              </a:defRPr>
            </a:lvl7pPr>
            <a:lvl8pPr lvl="7" marR="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Calibri"/>
                <a:ea typeface="Calibri"/>
                <a:cs typeface="Calibri"/>
                <a:sym typeface="Calibri"/>
              </a:defRPr>
            </a:lvl8pPr>
            <a:lvl9pPr lvl="8" marR="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Calibri"/>
                <a:ea typeface="Calibri"/>
                <a:cs typeface="Calibri"/>
                <a:sym typeface="Calibri"/>
              </a:defRPr>
            </a:lvl9pPr>
          </a:lstStyle>
          <a:p/>
        </p:txBody>
      </p:sp>
      <p:sp>
        <p:nvSpPr>
          <p:cNvPr id="79" name="Google Shape;79;g30464291f07_0_153"/>
          <p:cNvSpPr txBox="1"/>
          <p:nvPr>
            <p:ph idx="1" type="body"/>
          </p:nvPr>
        </p:nvSpPr>
        <p:spPr>
          <a:xfrm>
            <a:off x="839788" y="2057400"/>
            <a:ext cx="3932100" cy="3811500"/>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80" name="Google Shape;80;g30464291f07_0_153"/>
          <p:cNvSpPr txBox="1"/>
          <p:nvPr>
            <p:ph idx="10" type="dt"/>
          </p:nvPr>
        </p:nvSpPr>
        <p:spPr>
          <a:xfrm>
            <a:off x="838200" y="6356350"/>
            <a:ext cx="2743200" cy="365100"/>
          </a:xfrm>
          <a:prstGeom prst="rect">
            <a:avLst/>
          </a:prstGeom>
          <a:noFill/>
          <a:ln>
            <a:noFill/>
          </a:ln>
        </p:spPr>
        <p:txBody>
          <a:bodyPr anchorCtr="0" anchor="t" bIns="45700" lIns="91425" spcFirstLastPara="1" rIns="91425" wrap="square" tIns="45700">
            <a:noAutofit/>
          </a:bodyPr>
          <a:lstStyle>
            <a:lvl1pPr lvl="0" marR="0" algn="l">
              <a:spcBef>
                <a:spcPts val="0"/>
              </a:spcBef>
              <a:spcAft>
                <a:spcPts val="0"/>
              </a:spcAft>
              <a:buSzPts val="1400"/>
              <a:buNone/>
              <a:defRPr sz="1800">
                <a:solidFill>
                  <a:schemeClr val="dk1"/>
                </a:solidFill>
                <a:latin typeface="Calibri"/>
                <a:ea typeface="Calibri"/>
                <a:cs typeface="Calibri"/>
                <a:sym typeface="Calibri"/>
              </a:defRPr>
            </a:lvl1pPr>
            <a:lvl2pPr lvl="1"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1" name="Google Shape;81;g30464291f07_0_153"/>
          <p:cNvSpPr txBox="1"/>
          <p:nvPr>
            <p:ph idx="11" type="ftr"/>
          </p:nvPr>
        </p:nvSpPr>
        <p:spPr>
          <a:xfrm>
            <a:off x="4038600" y="6356350"/>
            <a:ext cx="4114800" cy="365100"/>
          </a:xfrm>
          <a:prstGeom prst="rect">
            <a:avLst/>
          </a:prstGeom>
          <a:noFill/>
          <a:ln>
            <a:noFill/>
          </a:ln>
        </p:spPr>
        <p:txBody>
          <a:bodyPr anchorCtr="0" anchor="t" bIns="45700" lIns="91425" spcFirstLastPara="1" rIns="91425" wrap="square" tIns="45700">
            <a:noAutofit/>
          </a:bodyPr>
          <a:lstStyle>
            <a:lvl1pPr lvl="0" marR="0" algn="l">
              <a:spcBef>
                <a:spcPts val="0"/>
              </a:spcBef>
              <a:spcAft>
                <a:spcPts val="0"/>
              </a:spcAft>
              <a:buSzPts val="1400"/>
              <a:buNone/>
              <a:defRPr sz="1800">
                <a:solidFill>
                  <a:schemeClr val="dk1"/>
                </a:solidFill>
                <a:latin typeface="Calibri"/>
                <a:ea typeface="Calibri"/>
                <a:cs typeface="Calibri"/>
                <a:sym typeface="Calibri"/>
              </a:defRPr>
            </a:lvl1pPr>
            <a:lvl2pPr lvl="1"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2" name="Google Shape;82;g30464291f07_0_153"/>
          <p:cNvSpPr txBox="1"/>
          <p:nvPr>
            <p:ph idx="12" type="sldNum"/>
          </p:nvPr>
        </p:nvSpPr>
        <p:spPr>
          <a:xfrm>
            <a:off x="483228" y="6356350"/>
            <a:ext cx="709800" cy="365100"/>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83" name="Shape 83"/>
        <p:cNvGrpSpPr/>
        <p:nvPr/>
      </p:nvGrpSpPr>
      <p:grpSpPr>
        <a:xfrm>
          <a:off x="0" y="0"/>
          <a:ext cx="0" cy="0"/>
          <a:chOff x="0" y="0"/>
          <a:chExt cx="0" cy="0"/>
        </a:xfrm>
      </p:grpSpPr>
      <p:sp>
        <p:nvSpPr>
          <p:cNvPr id="84" name="Google Shape;84;g30464291f07_0_160"/>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5" name="Google Shape;85;g30464291f07_0_160"/>
          <p:cNvSpPr txBox="1"/>
          <p:nvPr>
            <p:ph idx="1" type="body"/>
          </p:nvPr>
        </p:nvSpPr>
        <p:spPr>
          <a:xfrm rot="5400000">
            <a:off x="3920400" y="-1256575"/>
            <a:ext cx="4351200" cy="10515600"/>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6" name="Google Shape;86;g30464291f07_0_160"/>
          <p:cNvSpPr txBox="1"/>
          <p:nvPr>
            <p:ph idx="10" type="dt"/>
          </p:nvPr>
        </p:nvSpPr>
        <p:spPr>
          <a:xfrm>
            <a:off x="838200" y="6356350"/>
            <a:ext cx="2743200" cy="365100"/>
          </a:xfrm>
          <a:prstGeom prst="rect">
            <a:avLst/>
          </a:prstGeom>
          <a:noFill/>
          <a:ln>
            <a:noFill/>
          </a:ln>
        </p:spPr>
        <p:txBody>
          <a:bodyPr anchorCtr="0" anchor="t" bIns="45700" lIns="91425" spcFirstLastPara="1" rIns="91425" wrap="square" tIns="45700">
            <a:noAutofit/>
          </a:bodyPr>
          <a:lstStyle>
            <a:lvl1pPr lvl="0" marR="0" algn="l">
              <a:spcBef>
                <a:spcPts val="0"/>
              </a:spcBef>
              <a:spcAft>
                <a:spcPts val="0"/>
              </a:spcAft>
              <a:buSzPts val="1400"/>
              <a:buNone/>
              <a:defRPr sz="1800">
                <a:solidFill>
                  <a:schemeClr val="dk1"/>
                </a:solidFill>
                <a:latin typeface="Calibri"/>
                <a:ea typeface="Calibri"/>
                <a:cs typeface="Calibri"/>
                <a:sym typeface="Calibri"/>
              </a:defRPr>
            </a:lvl1pPr>
            <a:lvl2pPr lvl="1"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7" name="Google Shape;87;g30464291f07_0_160"/>
          <p:cNvSpPr txBox="1"/>
          <p:nvPr>
            <p:ph idx="11" type="ftr"/>
          </p:nvPr>
        </p:nvSpPr>
        <p:spPr>
          <a:xfrm>
            <a:off x="4038600" y="6356350"/>
            <a:ext cx="4114800" cy="365100"/>
          </a:xfrm>
          <a:prstGeom prst="rect">
            <a:avLst/>
          </a:prstGeom>
          <a:noFill/>
          <a:ln>
            <a:noFill/>
          </a:ln>
        </p:spPr>
        <p:txBody>
          <a:bodyPr anchorCtr="0" anchor="t" bIns="45700" lIns="91425" spcFirstLastPara="1" rIns="91425" wrap="square" tIns="45700">
            <a:noAutofit/>
          </a:bodyPr>
          <a:lstStyle>
            <a:lvl1pPr lvl="0" marR="0" algn="l">
              <a:spcBef>
                <a:spcPts val="0"/>
              </a:spcBef>
              <a:spcAft>
                <a:spcPts val="0"/>
              </a:spcAft>
              <a:buSzPts val="1400"/>
              <a:buNone/>
              <a:defRPr sz="1800">
                <a:solidFill>
                  <a:schemeClr val="dk1"/>
                </a:solidFill>
                <a:latin typeface="Calibri"/>
                <a:ea typeface="Calibri"/>
                <a:cs typeface="Calibri"/>
                <a:sym typeface="Calibri"/>
              </a:defRPr>
            </a:lvl1pPr>
            <a:lvl2pPr lvl="1"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8" name="Google Shape;88;g30464291f07_0_160"/>
          <p:cNvSpPr txBox="1"/>
          <p:nvPr>
            <p:ph idx="12" type="sldNum"/>
          </p:nvPr>
        </p:nvSpPr>
        <p:spPr>
          <a:xfrm>
            <a:off x="483228" y="6356350"/>
            <a:ext cx="709800" cy="365100"/>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89" name="Shape 89"/>
        <p:cNvGrpSpPr/>
        <p:nvPr/>
      </p:nvGrpSpPr>
      <p:grpSpPr>
        <a:xfrm>
          <a:off x="0" y="0"/>
          <a:ext cx="0" cy="0"/>
          <a:chOff x="0" y="0"/>
          <a:chExt cx="0" cy="0"/>
        </a:xfrm>
      </p:grpSpPr>
      <p:sp>
        <p:nvSpPr>
          <p:cNvPr id="90" name="Google Shape;90;g30464291f07_0_166"/>
          <p:cNvSpPr txBox="1"/>
          <p:nvPr>
            <p:ph type="title"/>
          </p:nvPr>
        </p:nvSpPr>
        <p:spPr>
          <a:xfrm rot="5400000">
            <a:off x="7133400" y="1956625"/>
            <a:ext cx="5811900" cy="2628900"/>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1" name="Google Shape;91;g30464291f07_0_166"/>
          <p:cNvSpPr txBox="1"/>
          <p:nvPr>
            <p:ph idx="1" type="body"/>
          </p:nvPr>
        </p:nvSpPr>
        <p:spPr>
          <a:xfrm rot="5400000">
            <a:off x="1799400" y="-596075"/>
            <a:ext cx="5811900" cy="7734300"/>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2" name="Google Shape;92;g30464291f07_0_166"/>
          <p:cNvSpPr txBox="1"/>
          <p:nvPr>
            <p:ph idx="10" type="dt"/>
          </p:nvPr>
        </p:nvSpPr>
        <p:spPr>
          <a:xfrm>
            <a:off x="838200" y="6356350"/>
            <a:ext cx="2743200" cy="365100"/>
          </a:xfrm>
          <a:prstGeom prst="rect">
            <a:avLst/>
          </a:prstGeom>
          <a:noFill/>
          <a:ln>
            <a:noFill/>
          </a:ln>
        </p:spPr>
        <p:txBody>
          <a:bodyPr anchorCtr="0" anchor="t" bIns="45700" lIns="91425" spcFirstLastPara="1" rIns="91425" wrap="square" tIns="45700">
            <a:noAutofit/>
          </a:bodyPr>
          <a:lstStyle>
            <a:lvl1pPr lvl="0" marR="0" algn="l">
              <a:spcBef>
                <a:spcPts val="0"/>
              </a:spcBef>
              <a:spcAft>
                <a:spcPts val="0"/>
              </a:spcAft>
              <a:buSzPts val="1400"/>
              <a:buNone/>
              <a:defRPr sz="1800">
                <a:solidFill>
                  <a:schemeClr val="dk1"/>
                </a:solidFill>
                <a:latin typeface="Calibri"/>
                <a:ea typeface="Calibri"/>
                <a:cs typeface="Calibri"/>
                <a:sym typeface="Calibri"/>
              </a:defRPr>
            </a:lvl1pPr>
            <a:lvl2pPr lvl="1"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3" name="Google Shape;93;g30464291f07_0_166"/>
          <p:cNvSpPr txBox="1"/>
          <p:nvPr>
            <p:ph idx="11" type="ftr"/>
          </p:nvPr>
        </p:nvSpPr>
        <p:spPr>
          <a:xfrm>
            <a:off x="4038600" y="6356350"/>
            <a:ext cx="4114800" cy="365100"/>
          </a:xfrm>
          <a:prstGeom prst="rect">
            <a:avLst/>
          </a:prstGeom>
          <a:noFill/>
          <a:ln>
            <a:noFill/>
          </a:ln>
        </p:spPr>
        <p:txBody>
          <a:bodyPr anchorCtr="0" anchor="t" bIns="45700" lIns="91425" spcFirstLastPara="1" rIns="91425" wrap="square" tIns="45700">
            <a:noAutofit/>
          </a:bodyPr>
          <a:lstStyle>
            <a:lvl1pPr lvl="0" marR="0" algn="l">
              <a:spcBef>
                <a:spcPts val="0"/>
              </a:spcBef>
              <a:spcAft>
                <a:spcPts val="0"/>
              </a:spcAft>
              <a:buSzPts val="1400"/>
              <a:buNone/>
              <a:defRPr sz="1800">
                <a:solidFill>
                  <a:schemeClr val="dk1"/>
                </a:solidFill>
                <a:latin typeface="Calibri"/>
                <a:ea typeface="Calibri"/>
                <a:cs typeface="Calibri"/>
                <a:sym typeface="Calibri"/>
              </a:defRPr>
            </a:lvl1pPr>
            <a:lvl2pPr lvl="1"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4" name="Google Shape;94;g30464291f07_0_166"/>
          <p:cNvSpPr txBox="1"/>
          <p:nvPr>
            <p:ph idx="12" type="sldNum"/>
          </p:nvPr>
        </p:nvSpPr>
        <p:spPr>
          <a:xfrm>
            <a:off x="483228" y="6356350"/>
            <a:ext cx="709800" cy="365100"/>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theme" Target="../theme/theme2.xml"/><Relationship Id="rId16" Type="http://schemas.openxmlformats.org/officeDocument/2006/relationships/slideLayout" Target="../slideLayouts/slideLayout16.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g30464291f07_0_86"/>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Autofit/>
          </a:bodyPr>
          <a:lstStyle>
            <a:lvl1pPr lvl="0" marR="0" algn="ctr">
              <a:lnSpc>
                <a:spcPct val="90000"/>
              </a:lnSpc>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g30464291f07_0_86"/>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Autofit/>
          </a:bodyPr>
          <a:lstStyle>
            <a:lvl1pPr indent="-406400" lvl="0" marL="457200" marR="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g30464291f07_0_86"/>
          <p:cNvSpPr txBox="1"/>
          <p:nvPr>
            <p:ph idx="12" type="sldNum"/>
          </p:nvPr>
        </p:nvSpPr>
        <p:spPr>
          <a:xfrm>
            <a:off x="483228" y="6356350"/>
            <a:ext cx="709800" cy="365100"/>
          </a:xfrm>
          <a:prstGeom prst="rect">
            <a:avLst/>
          </a:prstGeom>
          <a:noFill/>
          <a:ln>
            <a:noFill/>
          </a:ln>
        </p:spPr>
        <p:txBody>
          <a:bodyPr anchorCtr="0" anchor="ctr" bIns="45700" lIns="91425" spcFirstLastPara="1" rIns="91425" wrap="square" tIns="45700">
            <a:noAutofit/>
          </a:bodyPr>
          <a:lstStyle>
            <a:lvl1pPr indent="0" lvl="0" marL="0" marR="0" algn="l">
              <a:spcBef>
                <a:spcPts val="0"/>
              </a:spcBef>
              <a:buNone/>
              <a:defRPr b="0" i="0" sz="1200" u="none" cap="none" strike="noStrike">
                <a:solidFill>
                  <a:srgbClr val="909297"/>
                </a:solidFill>
                <a:latin typeface="Arial"/>
                <a:ea typeface="Arial"/>
                <a:cs typeface="Arial"/>
                <a:sym typeface="Arial"/>
              </a:defRPr>
            </a:lvl1pPr>
            <a:lvl2pPr indent="0" lvl="1" marL="0" marR="0" algn="l">
              <a:spcBef>
                <a:spcPts val="0"/>
              </a:spcBef>
              <a:buNone/>
              <a:defRPr b="0" i="0" sz="1200" u="none" cap="none" strike="noStrike">
                <a:solidFill>
                  <a:srgbClr val="909297"/>
                </a:solidFill>
                <a:latin typeface="Arial"/>
                <a:ea typeface="Arial"/>
                <a:cs typeface="Arial"/>
                <a:sym typeface="Arial"/>
              </a:defRPr>
            </a:lvl2pPr>
            <a:lvl3pPr indent="0" lvl="2" marL="0" marR="0" algn="l">
              <a:spcBef>
                <a:spcPts val="0"/>
              </a:spcBef>
              <a:buNone/>
              <a:defRPr b="0" i="0" sz="1200" u="none" cap="none" strike="noStrike">
                <a:solidFill>
                  <a:srgbClr val="909297"/>
                </a:solidFill>
                <a:latin typeface="Arial"/>
                <a:ea typeface="Arial"/>
                <a:cs typeface="Arial"/>
                <a:sym typeface="Arial"/>
              </a:defRPr>
            </a:lvl3pPr>
            <a:lvl4pPr indent="0" lvl="3" marL="0" marR="0" algn="l">
              <a:spcBef>
                <a:spcPts val="0"/>
              </a:spcBef>
              <a:buNone/>
              <a:defRPr b="0" i="0" sz="1200" u="none" cap="none" strike="noStrike">
                <a:solidFill>
                  <a:srgbClr val="909297"/>
                </a:solidFill>
                <a:latin typeface="Arial"/>
                <a:ea typeface="Arial"/>
                <a:cs typeface="Arial"/>
                <a:sym typeface="Arial"/>
              </a:defRPr>
            </a:lvl4pPr>
            <a:lvl5pPr indent="0" lvl="4" marL="0" marR="0" algn="l">
              <a:spcBef>
                <a:spcPts val="0"/>
              </a:spcBef>
              <a:buNone/>
              <a:defRPr b="0" i="0" sz="1200" u="none" cap="none" strike="noStrike">
                <a:solidFill>
                  <a:srgbClr val="909297"/>
                </a:solidFill>
                <a:latin typeface="Arial"/>
                <a:ea typeface="Arial"/>
                <a:cs typeface="Arial"/>
                <a:sym typeface="Arial"/>
              </a:defRPr>
            </a:lvl5pPr>
            <a:lvl6pPr indent="0" lvl="5" marL="0" marR="0" algn="l">
              <a:spcBef>
                <a:spcPts val="0"/>
              </a:spcBef>
              <a:buNone/>
              <a:defRPr b="0" i="0" sz="1200" u="none" cap="none" strike="noStrike">
                <a:solidFill>
                  <a:srgbClr val="909297"/>
                </a:solidFill>
                <a:latin typeface="Arial"/>
                <a:ea typeface="Arial"/>
                <a:cs typeface="Arial"/>
                <a:sym typeface="Arial"/>
              </a:defRPr>
            </a:lvl6pPr>
            <a:lvl7pPr indent="0" lvl="6" marL="0" marR="0" algn="l">
              <a:spcBef>
                <a:spcPts val="0"/>
              </a:spcBef>
              <a:buNone/>
              <a:defRPr b="0" i="0" sz="1200" u="none" cap="none" strike="noStrike">
                <a:solidFill>
                  <a:srgbClr val="909297"/>
                </a:solidFill>
                <a:latin typeface="Arial"/>
                <a:ea typeface="Arial"/>
                <a:cs typeface="Arial"/>
                <a:sym typeface="Arial"/>
              </a:defRPr>
            </a:lvl7pPr>
            <a:lvl8pPr indent="0" lvl="7" marL="0" marR="0" algn="l">
              <a:spcBef>
                <a:spcPts val="0"/>
              </a:spcBef>
              <a:buNone/>
              <a:defRPr b="0" i="0" sz="1200" u="none" cap="none" strike="noStrike">
                <a:solidFill>
                  <a:srgbClr val="909297"/>
                </a:solidFill>
                <a:latin typeface="Arial"/>
                <a:ea typeface="Arial"/>
                <a:cs typeface="Arial"/>
                <a:sym typeface="Arial"/>
              </a:defRPr>
            </a:lvl8pPr>
            <a:lvl9pPr indent="0" lvl="8" marL="0" marR="0" algn="l">
              <a:spcBef>
                <a:spcPts val="0"/>
              </a:spcBef>
              <a:buNone/>
              <a:defRPr b="0" i="0" sz="1200" u="none" cap="none" strike="noStrike">
                <a:solidFill>
                  <a:srgbClr val="909297"/>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2"/>
        </a:solidFill>
      </p:bgPr>
    </p:bg>
    <p:spTree>
      <p:nvGrpSpPr>
        <p:cNvPr id="98" name="Shape 98"/>
        <p:cNvGrpSpPr/>
        <p:nvPr/>
      </p:nvGrpSpPr>
      <p:grpSpPr>
        <a:xfrm>
          <a:off x="0" y="0"/>
          <a:ext cx="0" cy="0"/>
          <a:chOff x="0" y="0"/>
          <a:chExt cx="0" cy="0"/>
        </a:xfrm>
      </p:grpSpPr>
      <p:sp>
        <p:nvSpPr>
          <p:cNvPr id="99" name="Google Shape;99;p1"/>
          <p:cNvSpPr/>
          <p:nvPr/>
        </p:nvSpPr>
        <p:spPr>
          <a:xfrm>
            <a:off x="10310420" y="6331352"/>
            <a:ext cx="1704102" cy="416689"/>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pic>
        <p:nvPicPr>
          <p:cNvPr id="100" name="Google Shape;100;p1"/>
          <p:cNvPicPr preferRelativeResize="0"/>
          <p:nvPr/>
        </p:nvPicPr>
        <p:blipFill rotWithShape="1">
          <a:blip r:embed="rId3">
            <a:alphaModFix/>
          </a:blip>
          <a:srcRect b="0" l="0" r="0" t="0"/>
          <a:stretch/>
        </p:blipFill>
        <p:spPr>
          <a:xfrm>
            <a:off x="924801" y="1641414"/>
            <a:ext cx="6027751" cy="3773784"/>
          </a:xfrm>
          <a:prstGeom prst="rect">
            <a:avLst/>
          </a:prstGeom>
          <a:noFill/>
          <a:ln>
            <a:noFill/>
          </a:ln>
        </p:spPr>
      </p:pic>
      <p:sp>
        <p:nvSpPr>
          <p:cNvPr id="101" name="Google Shape;101;p1"/>
          <p:cNvSpPr txBox="1"/>
          <p:nvPr/>
        </p:nvSpPr>
        <p:spPr>
          <a:xfrm>
            <a:off x="6605100" y="2344575"/>
            <a:ext cx="4739700" cy="1325700"/>
          </a:xfrm>
          <a:prstGeom prst="rect">
            <a:avLst/>
          </a:prstGeom>
          <a:noFill/>
          <a:ln>
            <a:noFill/>
          </a:ln>
        </p:spPr>
        <p:txBody>
          <a:bodyPr anchorCtr="0" anchor="ctr" bIns="45700" lIns="91425" spcFirstLastPara="1" rIns="91425" wrap="square" tIns="45700">
            <a:noAutofit/>
          </a:bodyPr>
          <a:lstStyle/>
          <a:p>
            <a:pPr indent="0" lvl="0" marL="0" marR="0" rtl="0" algn="r">
              <a:lnSpc>
                <a:spcPct val="90000"/>
              </a:lnSpc>
              <a:spcBef>
                <a:spcPts val="0"/>
              </a:spcBef>
              <a:spcAft>
                <a:spcPts val="0"/>
              </a:spcAft>
              <a:buClr>
                <a:srgbClr val="000000"/>
              </a:buClr>
              <a:buSzPts val="4400"/>
              <a:buFont typeface="Arial"/>
              <a:buNone/>
            </a:pPr>
            <a:r>
              <a:rPr b="1" i="0" lang="en-US" sz="4400" u="none" cap="none" strike="noStrike">
                <a:solidFill>
                  <a:srgbClr val="F0EFEE"/>
                </a:solidFill>
                <a:latin typeface="Arial"/>
                <a:ea typeface="Arial"/>
                <a:cs typeface="Arial"/>
                <a:sym typeface="Arial"/>
              </a:rPr>
              <a:t>Lecture 5</a:t>
            </a:r>
            <a:endParaRPr b="1" i="0" sz="4400" u="none" cap="none" strike="noStrike">
              <a:solidFill>
                <a:srgbClr val="3E4754"/>
              </a:solidFill>
              <a:latin typeface="Arial"/>
              <a:ea typeface="Arial"/>
              <a:cs typeface="Arial"/>
              <a:sym typeface="Arial"/>
            </a:endParaRPr>
          </a:p>
        </p:txBody>
      </p:sp>
      <p:sp>
        <p:nvSpPr>
          <p:cNvPr id="102" name="Google Shape;102;p1"/>
          <p:cNvSpPr txBox="1"/>
          <p:nvPr/>
        </p:nvSpPr>
        <p:spPr>
          <a:xfrm>
            <a:off x="7124700" y="3774200"/>
            <a:ext cx="4219800" cy="1491900"/>
          </a:xfrm>
          <a:prstGeom prst="rect">
            <a:avLst/>
          </a:prstGeom>
          <a:noFill/>
          <a:ln>
            <a:noFill/>
          </a:ln>
        </p:spPr>
        <p:txBody>
          <a:bodyPr anchorCtr="0" anchor="t" bIns="45700" lIns="91425" spcFirstLastPara="1" rIns="91425" wrap="square" tIns="45700">
            <a:noAutofit/>
          </a:bodyPr>
          <a:lstStyle/>
          <a:p>
            <a:pPr indent="0" lvl="0" marL="228600" marR="0" rtl="0" algn="r">
              <a:lnSpc>
                <a:spcPct val="90000"/>
              </a:lnSpc>
              <a:spcBef>
                <a:spcPts val="0"/>
              </a:spcBef>
              <a:spcAft>
                <a:spcPts val="0"/>
              </a:spcAft>
              <a:buClr>
                <a:srgbClr val="000000"/>
              </a:buClr>
              <a:buSzPts val="1800"/>
              <a:buFont typeface="Arial"/>
              <a:buNone/>
            </a:pPr>
            <a:r>
              <a:rPr b="0" i="0" lang="en-US" sz="2800" u="none" cap="none" strike="noStrike">
                <a:solidFill>
                  <a:schemeClr val="lt1"/>
                </a:solidFill>
                <a:latin typeface="Arial"/>
                <a:ea typeface="Arial"/>
                <a:cs typeface="Arial"/>
                <a:sym typeface="Arial"/>
              </a:rPr>
              <a:t>JavaScript OOP &amp; Class</a:t>
            </a:r>
            <a:endParaRPr b="0" i="0" sz="2800" u="none" cap="none" strike="noStrike">
              <a:solidFill>
                <a:srgbClr val="F0EFEE"/>
              </a:solidFill>
              <a:latin typeface="Arial"/>
              <a:ea typeface="Arial"/>
              <a:cs typeface="Arial"/>
              <a:sym typeface="Arial"/>
            </a:endParaRPr>
          </a:p>
        </p:txBody>
      </p:sp>
      <p:cxnSp>
        <p:nvCxnSpPr>
          <p:cNvPr id="103" name="Google Shape;103;p1"/>
          <p:cNvCxnSpPr/>
          <p:nvPr/>
        </p:nvCxnSpPr>
        <p:spPr>
          <a:xfrm>
            <a:off x="7707700" y="3532925"/>
            <a:ext cx="3619500" cy="0"/>
          </a:xfrm>
          <a:prstGeom prst="straightConnector1">
            <a:avLst/>
          </a:prstGeom>
          <a:noFill/>
          <a:ln cap="flat" cmpd="sng" w="9525">
            <a:solidFill>
              <a:srgbClr val="F0EFEE"/>
            </a:solidFill>
            <a:prstDash val="solid"/>
            <a:round/>
            <a:headEnd len="sm" w="sm" type="none"/>
            <a:tailEnd len="sm" w="sm" type="none"/>
          </a:ln>
        </p:spPr>
      </p:cxn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07" name="Shape 107"/>
        <p:cNvGrpSpPr/>
        <p:nvPr/>
      </p:nvGrpSpPr>
      <p:grpSpPr>
        <a:xfrm>
          <a:off x="0" y="0"/>
          <a:ext cx="0" cy="0"/>
          <a:chOff x="0" y="0"/>
          <a:chExt cx="0" cy="0"/>
        </a:xfrm>
      </p:grpSpPr>
      <p:pic>
        <p:nvPicPr>
          <p:cNvPr id="108" name="Google Shape;108;p2"/>
          <p:cNvPicPr preferRelativeResize="0"/>
          <p:nvPr/>
        </p:nvPicPr>
        <p:blipFill rotWithShape="1">
          <a:blip r:embed="rId3">
            <a:alphaModFix/>
          </a:blip>
          <a:srcRect b="0" l="0" r="0" t="0"/>
          <a:stretch/>
        </p:blipFill>
        <p:spPr>
          <a:xfrm>
            <a:off x="587205" y="756904"/>
            <a:ext cx="5508795" cy="5508795"/>
          </a:xfrm>
          <a:prstGeom prst="rect">
            <a:avLst/>
          </a:prstGeom>
          <a:noFill/>
          <a:ln>
            <a:noFill/>
          </a:ln>
        </p:spPr>
      </p:pic>
      <p:sp>
        <p:nvSpPr>
          <p:cNvPr id="109" name="Google Shape;109;p2"/>
          <p:cNvSpPr txBox="1"/>
          <p:nvPr>
            <p:ph type="title"/>
          </p:nvPr>
        </p:nvSpPr>
        <p:spPr>
          <a:xfrm>
            <a:off x="7280476" y="1626765"/>
            <a:ext cx="4073324" cy="1325563"/>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Clr>
                <a:schemeClr val="lt1"/>
              </a:buClr>
              <a:buSzPts val="4400"/>
              <a:buFont typeface="Arial"/>
              <a:buNone/>
            </a:pPr>
            <a:r>
              <a:rPr lang="en-US">
                <a:solidFill>
                  <a:schemeClr val="lt1"/>
                </a:solidFill>
              </a:rPr>
              <a:t>Agenda</a:t>
            </a:r>
            <a:endParaRPr/>
          </a:p>
        </p:txBody>
      </p:sp>
      <p:sp>
        <p:nvSpPr>
          <p:cNvPr id="110" name="Google Shape;110;p2"/>
          <p:cNvSpPr txBox="1"/>
          <p:nvPr>
            <p:ph idx="1" type="body"/>
          </p:nvPr>
        </p:nvSpPr>
        <p:spPr>
          <a:xfrm>
            <a:off x="6643261" y="2804469"/>
            <a:ext cx="5347754" cy="2426766"/>
          </a:xfrm>
          <a:prstGeom prst="rect">
            <a:avLst/>
          </a:prstGeom>
          <a:noFill/>
          <a:ln>
            <a:noFill/>
          </a:ln>
        </p:spPr>
        <p:txBody>
          <a:bodyPr anchorCtr="0" anchor="t" bIns="45700" lIns="91425" spcFirstLastPara="1" rIns="91425" wrap="square" tIns="45700">
            <a:noAutofit/>
          </a:bodyPr>
          <a:lstStyle/>
          <a:p>
            <a:pPr indent="-342900" lvl="0" marL="457200" rtl="0" algn="l">
              <a:lnSpc>
                <a:spcPct val="90000"/>
              </a:lnSpc>
              <a:spcBef>
                <a:spcPts val="0"/>
              </a:spcBef>
              <a:spcAft>
                <a:spcPts val="0"/>
              </a:spcAft>
              <a:buClr>
                <a:schemeClr val="lt1"/>
              </a:buClr>
              <a:buSzPts val="1800"/>
              <a:buChar char="•"/>
            </a:pPr>
            <a:r>
              <a:rPr lang="en-US" sz="2400">
                <a:solidFill>
                  <a:schemeClr val="lt1"/>
                </a:solidFill>
              </a:rPr>
              <a:t>Object-Oriented Programming </a:t>
            </a:r>
            <a:endParaRPr/>
          </a:p>
          <a:p>
            <a:pPr indent="-342900" lvl="0" marL="457200" rtl="0" algn="l">
              <a:lnSpc>
                <a:spcPct val="90000"/>
              </a:lnSpc>
              <a:spcBef>
                <a:spcPts val="0"/>
              </a:spcBef>
              <a:spcAft>
                <a:spcPts val="0"/>
              </a:spcAft>
              <a:buClr>
                <a:schemeClr val="lt1"/>
              </a:buClr>
              <a:buSzPts val="1800"/>
              <a:buChar char="•"/>
            </a:pPr>
            <a:r>
              <a:rPr lang="en-US" sz="2400">
                <a:solidFill>
                  <a:schemeClr val="lt1"/>
                </a:solidFill>
              </a:rPr>
              <a:t>Class &amp; Objects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3"/>
          <p:cNvSpPr txBox="1"/>
          <p:nvPr>
            <p:ph type="title"/>
          </p:nvPr>
        </p:nvSpPr>
        <p:spPr>
          <a:xfrm>
            <a:off x="1072662" y="365125"/>
            <a:ext cx="10281000" cy="1325700"/>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Clr>
                <a:schemeClr val="dk1"/>
              </a:buClr>
              <a:buSzPts val="4400"/>
              <a:buFont typeface="Arial"/>
              <a:buNone/>
            </a:pPr>
            <a:r>
              <a:rPr lang="en-US"/>
              <a:t>Object-Oriented Programming (OOP)</a:t>
            </a:r>
            <a:endParaRPr/>
          </a:p>
        </p:txBody>
      </p:sp>
      <p:sp>
        <p:nvSpPr>
          <p:cNvPr id="116" name="Google Shape;116;p3"/>
          <p:cNvSpPr txBox="1"/>
          <p:nvPr>
            <p:ph idx="1" type="body"/>
          </p:nvPr>
        </p:nvSpPr>
        <p:spPr>
          <a:xfrm>
            <a:off x="1175693" y="1596452"/>
            <a:ext cx="10281000" cy="3486600"/>
          </a:xfrm>
          <a:prstGeom prst="rect">
            <a:avLst/>
          </a:prstGeom>
          <a:noFill/>
          <a:ln>
            <a:noFill/>
          </a:ln>
        </p:spPr>
        <p:txBody>
          <a:bodyPr anchorCtr="0" anchor="t" bIns="45700" lIns="91425" spcFirstLastPara="1" rIns="91425" wrap="square" tIns="45700">
            <a:noAutofit/>
          </a:bodyPr>
          <a:lstStyle/>
          <a:p>
            <a:pPr indent="0" lvl="0" marL="114300" rtl="0" algn="l">
              <a:lnSpc>
                <a:spcPct val="90000"/>
              </a:lnSpc>
              <a:spcBef>
                <a:spcPts val="1000"/>
              </a:spcBef>
              <a:spcAft>
                <a:spcPts val="0"/>
              </a:spcAft>
              <a:buSzPts val="1800"/>
              <a:buNone/>
            </a:pPr>
            <a:r>
              <a:rPr b="0" i="0" lang="en-US" sz="1800">
                <a:solidFill>
                  <a:srgbClr val="000000"/>
                </a:solidFill>
                <a:latin typeface="Verdana"/>
                <a:ea typeface="Verdana"/>
                <a:cs typeface="Verdana"/>
                <a:sym typeface="Verdana"/>
              </a:rPr>
              <a:t>Object-oriented programming(OOP) ：</a:t>
            </a:r>
            <a:endParaRPr b="0" i="0" sz="1800">
              <a:solidFill>
                <a:srgbClr val="000000"/>
              </a:solidFill>
              <a:latin typeface="Verdana"/>
              <a:ea typeface="Verdana"/>
              <a:cs typeface="Verdana"/>
              <a:sym typeface="Verdana"/>
            </a:endParaRPr>
          </a:p>
          <a:p>
            <a:pPr indent="-342900" lvl="0" marL="457200" rtl="0" algn="l">
              <a:lnSpc>
                <a:spcPct val="90000"/>
              </a:lnSpc>
              <a:spcBef>
                <a:spcPts val="1000"/>
              </a:spcBef>
              <a:spcAft>
                <a:spcPts val="0"/>
              </a:spcAft>
              <a:buSzPts val="1800"/>
              <a:buFont typeface="Arial"/>
              <a:buChar char="•"/>
            </a:pPr>
            <a:r>
              <a:rPr b="0" i="0" lang="en-US" sz="1800">
                <a:solidFill>
                  <a:srgbClr val="333333"/>
                </a:solidFill>
                <a:latin typeface="Arial"/>
                <a:ea typeface="Arial"/>
                <a:cs typeface="Arial"/>
                <a:sym typeface="Arial"/>
              </a:rPr>
              <a:t>OOP treats data as a critical element in the program development and does not allow it to flow freely around the system.</a:t>
            </a:r>
            <a:endParaRPr sz="1800"/>
          </a:p>
          <a:p>
            <a:pPr indent="-342900" lvl="0" marL="457200" rtl="0" algn="l">
              <a:lnSpc>
                <a:spcPct val="90000"/>
              </a:lnSpc>
              <a:spcBef>
                <a:spcPts val="1000"/>
              </a:spcBef>
              <a:spcAft>
                <a:spcPts val="0"/>
              </a:spcAft>
              <a:buSzPts val="1800"/>
              <a:buFont typeface="Arial"/>
              <a:buChar char="•"/>
            </a:pPr>
            <a:r>
              <a:rPr lang="en-US" sz="1800">
                <a:solidFill>
                  <a:srgbClr val="333333"/>
                </a:solidFill>
                <a:latin typeface="Arial"/>
                <a:ea typeface="Arial"/>
                <a:cs typeface="Arial"/>
                <a:sym typeface="Arial"/>
              </a:rPr>
              <a:t>I</a:t>
            </a:r>
            <a:r>
              <a:rPr b="0" i="0" lang="en-US" sz="1800">
                <a:solidFill>
                  <a:srgbClr val="333333"/>
                </a:solidFill>
                <a:latin typeface="Arial"/>
                <a:ea typeface="Arial"/>
                <a:cs typeface="Arial"/>
                <a:sym typeface="Arial"/>
              </a:rPr>
              <a:t>n OOP, the major emphasis is on data rather than procedure (function).</a:t>
            </a:r>
            <a:endParaRPr sz="1800"/>
          </a:p>
          <a:p>
            <a:pPr indent="-342900" lvl="0" marL="457200" rtl="0" algn="l">
              <a:lnSpc>
                <a:spcPct val="90000"/>
              </a:lnSpc>
              <a:spcBef>
                <a:spcPts val="1000"/>
              </a:spcBef>
              <a:spcAft>
                <a:spcPts val="0"/>
              </a:spcAft>
              <a:buSzPts val="1800"/>
              <a:buFont typeface="Arial"/>
              <a:buChar char="•"/>
            </a:pPr>
            <a:r>
              <a:rPr b="0" i="0" lang="en-US" sz="1800">
                <a:solidFill>
                  <a:srgbClr val="333333"/>
                </a:solidFill>
                <a:latin typeface="Arial"/>
                <a:ea typeface="Arial"/>
                <a:cs typeface="Arial"/>
                <a:sym typeface="Arial"/>
              </a:rPr>
              <a:t>It ties data more closely to the function that operate on it, and protects it from accidental modification from outside function.</a:t>
            </a:r>
            <a:endParaRPr sz="1800"/>
          </a:p>
          <a:p>
            <a:pPr indent="-342900" lvl="0" marL="457200" rtl="0" algn="l">
              <a:lnSpc>
                <a:spcPct val="90000"/>
              </a:lnSpc>
              <a:spcBef>
                <a:spcPts val="1000"/>
              </a:spcBef>
              <a:spcAft>
                <a:spcPts val="0"/>
              </a:spcAft>
              <a:buSzPts val="1800"/>
              <a:buFont typeface="Arial"/>
              <a:buChar char="•"/>
            </a:pPr>
            <a:r>
              <a:rPr b="0" i="0" lang="en-US" sz="1800">
                <a:solidFill>
                  <a:srgbClr val="333333"/>
                </a:solidFill>
                <a:latin typeface="Arial"/>
                <a:ea typeface="Arial"/>
                <a:cs typeface="Arial"/>
                <a:sym typeface="Arial"/>
              </a:rPr>
              <a:t>OOP allows decomposition of a problem into a number of entities called objects and then builds data and function around these objects.</a:t>
            </a:r>
            <a:endParaRPr b="0" i="0" sz="1800">
              <a:solidFill>
                <a:srgbClr val="333333"/>
              </a:solidFill>
              <a:latin typeface="Arial"/>
              <a:ea typeface="Arial"/>
              <a:cs typeface="Arial"/>
              <a:sym typeface="Arial"/>
            </a:endParaRPr>
          </a:p>
          <a:p>
            <a:pPr indent="-342900" lvl="0" marL="457200" rtl="0" algn="l">
              <a:lnSpc>
                <a:spcPct val="90000"/>
              </a:lnSpc>
              <a:spcBef>
                <a:spcPts val="1000"/>
              </a:spcBef>
              <a:spcAft>
                <a:spcPts val="0"/>
              </a:spcAft>
              <a:buSzPts val="1800"/>
              <a:buFont typeface="Arial"/>
              <a:buChar char="•"/>
            </a:pPr>
            <a:r>
              <a:rPr lang="en-US" sz="1800">
                <a:solidFill>
                  <a:srgbClr val="333333"/>
                </a:solidFill>
                <a:latin typeface="Arial"/>
                <a:ea typeface="Arial"/>
                <a:cs typeface="Arial"/>
                <a:sym typeface="Arial"/>
              </a:rPr>
              <a:t>The data of an object can be accessed only by the function associated with that object. However, function of one object can access the function of other objects.</a:t>
            </a:r>
            <a:endParaRPr b="0" i="0" sz="1800">
              <a:solidFill>
                <a:srgbClr val="333333"/>
              </a:solidFill>
              <a:latin typeface="Arial"/>
              <a:ea typeface="Arial"/>
              <a:cs typeface="Arial"/>
              <a:sym typeface="Arial"/>
            </a:endParaRPr>
          </a:p>
          <a:p>
            <a:pPr indent="-228600" lvl="0" marL="457200" rtl="0" algn="l">
              <a:lnSpc>
                <a:spcPct val="90000"/>
              </a:lnSpc>
              <a:spcBef>
                <a:spcPts val="1000"/>
              </a:spcBef>
              <a:spcAft>
                <a:spcPts val="0"/>
              </a:spcAft>
              <a:buSzPts val="1800"/>
              <a:buFont typeface="Arial"/>
              <a:buNone/>
            </a:pPr>
            <a:r>
              <a:t/>
            </a:r>
            <a:endParaRPr sz="1100">
              <a:solidFill>
                <a:srgbClr val="333333"/>
              </a:solidFill>
              <a:latin typeface="Arial"/>
              <a:ea typeface="Arial"/>
              <a:cs typeface="Arial"/>
              <a:sym typeface="Arial"/>
            </a:endParaRPr>
          </a:p>
        </p:txBody>
      </p:sp>
      <p:sp>
        <p:nvSpPr>
          <p:cNvPr id="117" name="Google Shape;117;p3"/>
          <p:cNvSpPr/>
          <p:nvPr/>
        </p:nvSpPr>
        <p:spPr>
          <a:xfrm rot="10800000">
            <a:off x="-12" y="5555555"/>
            <a:ext cx="12192012" cy="1325592"/>
          </a:xfrm>
          <a:prstGeom prst="flowChartDocumen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pic>
        <p:nvPicPr>
          <p:cNvPr id="118" name="Google Shape;118;p3"/>
          <p:cNvPicPr preferRelativeResize="0"/>
          <p:nvPr/>
        </p:nvPicPr>
        <p:blipFill rotWithShape="1">
          <a:blip r:embed="rId3">
            <a:alphaModFix/>
          </a:blip>
          <a:srcRect b="0" l="0" r="0" t="0"/>
          <a:stretch/>
        </p:blipFill>
        <p:spPr>
          <a:xfrm>
            <a:off x="422031" y="4662198"/>
            <a:ext cx="2218949" cy="2218949"/>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4"/>
          <p:cNvSpPr txBox="1"/>
          <p:nvPr>
            <p:ph type="title"/>
          </p:nvPr>
        </p:nvSpPr>
        <p:spPr>
          <a:xfrm>
            <a:off x="1072662" y="365125"/>
            <a:ext cx="10281000" cy="1325700"/>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Clr>
                <a:schemeClr val="dk1"/>
              </a:buClr>
              <a:buSzPts val="4400"/>
              <a:buFont typeface="Arial"/>
              <a:buNone/>
            </a:pPr>
            <a:r>
              <a:rPr lang="en-US"/>
              <a:t>Object-Oriented Programming (OOP)</a:t>
            </a:r>
            <a:endParaRPr/>
          </a:p>
        </p:txBody>
      </p:sp>
      <p:sp>
        <p:nvSpPr>
          <p:cNvPr id="124" name="Google Shape;124;p4"/>
          <p:cNvSpPr txBox="1"/>
          <p:nvPr>
            <p:ph idx="1" type="body"/>
          </p:nvPr>
        </p:nvSpPr>
        <p:spPr>
          <a:xfrm>
            <a:off x="1175693" y="1828702"/>
            <a:ext cx="10281000" cy="3486600"/>
          </a:xfrm>
          <a:prstGeom prst="rect">
            <a:avLst/>
          </a:prstGeom>
          <a:noFill/>
          <a:ln>
            <a:noFill/>
          </a:ln>
        </p:spPr>
        <p:txBody>
          <a:bodyPr anchorCtr="0" anchor="t" bIns="45700" lIns="91425" spcFirstLastPara="1" rIns="91425" wrap="square" tIns="45700">
            <a:noAutofit/>
          </a:bodyPr>
          <a:lstStyle/>
          <a:p>
            <a:pPr indent="0" lvl="0" marL="114300" rtl="0" algn="l">
              <a:lnSpc>
                <a:spcPct val="90000"/>
              </a:lnSpc>
              <a:spcBef>
                <a:spcPts val="1000"/>
              </a:spcBef>
              <a:spcAft>
                <a:spcPts val="0"/>
              </a:spcAft>
              <a:buSzPts val="1800"/>
              <a:buNone/>
            </a:pPr>
            <a:r>
              <a:rPr i="0" lang="en-US" sz="1800">
                <a:solidFill>
                  <a:srgbClr val="000000"/>
                </a:solidFill>
              </a:rPr>
              <a:t>Some Characteristics of Object Oriented Programming:</a:t>
            </a:r>
            <a:endParaRPr sz="1800"/>
          </a:p>
          <a:p>
            <a:pPr indent="-342900" lvl="0" marL="457200" rtl="0" algn="l">
              <a:lnSpc>
                <a:spcPct val="90000"/>
              </a:lnSpc>
              <a:spcBef>
                <a:spcPts val="1000"/>
              </a:spcBef>
              <a:spcAft>
                <a:spcPts val="0"/>
              </a:spcAft>
              <a:buSzPts val="1800"/>
              <a:buChar char="•"/>
            </a:pPr>
            <a:r>
              <a:rPr i="0" lang="en-US" sz="1800">
                <a:solidFill>
                  <a:srgbClr val="333333"/>
                </a:solidFill>
              </a:rPr>
              <a:t>Emphasis is on data rather than procedure (function).</a:t>
            </a:r>
            <a:endParaRPr sz="1800"/>
          </a:p>
          <a:p>
            <a:pPr indent="-342900" lvl="0" marL="457200" rtl="0" algn="l">
              <a:lnSpc>
                <a:spcPct val="90000"/>
              </a:lnSpc>
              <a:spcBef>
                <a:spcPts val="1000"/>
              </a:spcBef>
              <a:spcAft>
                <a:spcPts val="0"/>
              </a:spcAft>
              <a:buSzPts val="1800"/>
              <a:buChar char="•"/>
            </a:pPr>
            <a:r>
              <a:rPr i="0" lang="en-US" sz="1800">
                <a:solidFill>
                  <a:srgbClr val="333333"/>
                </a:solidFill>
              </a:rPr>
              <a:t>Programs are divided into objects.</a:t>
            </a:r>
            <a:endParaRPr sz="1800"/>
          </a:p>
          <a:p>
            <a:pPr indent="-342900" lvl="0" marL="457200" rtl="0" algn="l">
              <a:lnSpc>
                <a:spcPct val="90000"/>
              </a:lnSpc>
              <a:spcBef>
                <a:spcPts val="1000"/>
              </a:spcBef>
              <a:spcAft>
                <a:spcPts val="0"/>
              </a:spcAft>
              <a:buSzPts val="1800"/>
              <a:buChar char="•"/>
            </a:pPr>
            <a:r>
              <a:rPr i="0" lang="en-US" sz="1800">
                <a:solidFill>
                  <a:srgbClr val="333333"/>
                </a:solidFill>
              </a:rPr>
              <a:t>Functions that operate on the data of an object are ties together in the data structure.</a:t>
            </a:r>
            <a:endParaRPr sz="1800"/>
          </a:p>
          <a:p>
            <a:pPr indent="-342900" lvl="0" marL="457200" rtl="0" algn="l">
              <a:lnSpc>
                <a:spcPct val="90000"/>
              </a:lnSpc>
              <a:spcBef>
                <a:spcPts val="1000"/>
              </a:spcBef>
              <a:spcAft>
                <a:spcPts val="0"/>
              </a:spcAft>
              <a:buSzPts val="1800"/>
              <a:buChar char="•"/>
            </a:pPr>
            <a:r>
              <a:rPr i="0" lang="en-US" sz="1800">
                <a:solidFill>
                  <a:srgbClr val="333333"/>
                </a:solidFill>
              </a:rPr>
              <a:t>Data is hidden and cannot be accessed by external function.</a:t>
            </a:r>
            <a:endParaRPr sz="1800"/>
          </a:p>
          <a:p>
            <a:pPr indent="-342900" lvl="0" marL="457200" rtl="0" algn="l">
              <a:lnSpc>
                <a:spcPct val="90000"/>
              </a:lnSpc>
              <a:spcBef>
                <a:spcPts val="1000"/>
              </a:spcBef>
              <a:spcAft>
                <a:spcPts val="0"/>
              </a:spcAft>
              <a:buSzPts val="1800"/>
              <a:buChar char="•"/>
            </a:pPr>
            <a:r>
              <a:rPr i="0" lang="en-US" sz="1800">
                <a:solidFill>
                  <a:srgbClr val="333333"/>
                </a:solidFill>
              </a:rPr>
              <a:t>Objects may communicate with each other through function.</a:t>
            </a:r>
            <a:endParaRPr sz="1800"/>
          </a:p>
          <a:p>
            <a:pPr indent="-342900" lvl="0" marL="457200" rtl="0" algn="l">
              <a:lnSpc>
                <a:spcPct val="90000"/>
              </a:lnSpc>
              <a:spcBef>
                <a:spcPts val="1000"/>
              </a:spcBef>
              <a:spcAft>
                <a:spcPts val="0"/>
              </a:spcAft>
              <a:buSzPts val="1800"/>
              <a:buChar char="•"/>
            </a:pPr>
            <a:r>
              <a:rPr i="0" lang="en-US" sz="1800">
                <a:solidFill>
                  <a:srgbClr val="333333"/>
                </a:solidFill>
              </a:rPr>
              <a:t>New data and functions can be easily added whenever necessary.</a:t>
            </a:r>
            <a:endParaRPr sz="1800"/>
          </a:p>
        </p:txBody>
      </p:sp>
      <p:sp>
        <p:nvSpPr>
          <p:cNvPr id="125" name="Google Shape;125;p4"/>
          <p:cNvSpPr/>
          <p:nvPr/>
        </p:nvSpPr>
        <p:spPr>
          <a:xfrm rot="10800000">
            <a:off x="-12" y="5555555"/>
            <a:ext cx="12192012" cy="1325592"/>
          </a:xfrm>
          <a:prstGeom prst="flowChartDocumen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pic>
        <p:nvPicPr>
          <p:cNvPr id="126" name="Google Shape;126;p4"/>
          <p:cNvPicPr preferRelativeResize="0"/>
          <p:nvPr/>
        </p:nvPicPr>
        <p:blipFill rotWithShape="1">
          <a:blip r:embed="rId3">
            <a:alphaModFix/>
          </a:blip>
          <a:srcRect b="0" l="0" r="0" t="0"/>
          <a:stretch/>
        </p:blipFill>
        <p:spPr>
          <a:xfrm>
            <a:off x="422031" y="4662198"/>
            <a:ext cx="2218949" cy="2218949"/>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5"/>
          <p:cNvSpPr txBox="1"/>
          <p:nvPr>
            <p:ph type="title"/>
          </p:nvPr>
        </p:nvSpPr>
        <p:spPr>
          <a:xfrm>
            <a:off x="1072662" y="365125"/>
            <a:ext cx="10281000" cy="1325700"/>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Clr>
                <a:schemeClr val="dk1"/>
              </a:buClr>
              <a:buSzPts val="4400"/>
              <a:buFont typeface="Arial"/>
              <a:buNone/>
            </a:pPr>
            <a:r>
              <a:rPr lang="en-US"/>
              <a:t>Object-Oriented Programming (OOP)</a:t>
            </a:r>
            <a:endParaRPr/>
          </a:p>
        </p:txBody>
      </p:sp>
      <p:sp>
        <p:nvSpPr>
          <p:cNvPr id="132" name="Google Shape;132;p5"/>
          <p:cNvSpPr txBox="1"/>
          <p:nvPr>
            <p:ph idx="1" type="body"/>
          </p:nvPr>
        </p:nvSpPr>
        <p:spPr>
          <a:xfrm>
            <a:off x="1175700" y="1576900"/>
            <a:ext cx="10281000" cy="3738300"/>
          </a:xfrm>
          <a:prstGeom prst="rect">
            <a:avLst/>
          </a:prstGeom>
          <a:noFill/>
          <a:ln>
            <a:noFill/>
          </a:ln>
        </p:spPr>
        <p:txBody>
          <a:bodyPr anchorCtr="0" anchor="t" bIns="45700" lIns="91425" spcFirstLastPara="1" rIns="91425" wrap="square" tIns="45700">
            <a:noAutofit/>
          </a:bodyPr>
          <a:lstStyle/>
          <a:p>
            <a:pPr indent="0" lvl="0" marL="114300" rtl="0" algn="l">
              <a:lnSpc>
                <a:spcPct val="90000"/>
              </a:lnSpc>
              <a:spcBef>
                <a:spcPts val="1000"/>
              </a:spcBef>
              <a:spcAft>
                <a:spcPts val="0"/>
              </a:spcAft>
              <a:buSzPts val="1800"/>
              <a:buNone/>
            </a:pPr>
            <a:r>
              <a:rPr b="0" i="0" lang="en-US" sz="1700">
                <a:solidFill>
                  <a:srgbClr val="000000"/>
                </a:solidFill>
                <a:latin typeface="Verdana"/>
                <a:ea typeface="Verdana"/>
                <a:cs typeface="Verdana"/>
                <a:sym typeface="Verdana"/>
              </a:rPr>
              <a:t>Features of OOP (Object Oriented Programming):-</a:t>
            </a:r>
            <a:endParaRPr sz="1700"/>
          </a:p>
          <a:p>
            <a:pPr indent="-336550" lvl="0" marL="457200" rtl="0" algn="l">
              <a:lnSpc>
                <a:spcPct val="90000"/>
              </a:lnSpc>
              <a:spcBef>
                <a:spcPts val="1000"/>
              </a:spcBef>
              <a:spcAft>
                <a:spcPts val="0"/>
              </a:spcAft>
              <a:buSzPts val="1700"/>
              <a:buFont typeface="Arial"/>
              <a:buChar char="•"/>
            </a:pPr>
            <a:r>
              <a:rPr b="0" i="0" lang="en-US" sz="1700">
                <a:solidFill>
                  <a:srgbClr val="333333"/>
                </a:solidFill>
                <a:latin typeface="Arial"/>
                <a:ea typeface="Arial"/>
                <a:cs typeface="Arial"/>
                <a:sym typeface="Arial"/>
              </a:rPr>
              <a:t>Class</a:t>
            </a:r>
            <a:endParaRPr sz="1700"/>
          </a:p>
          <a:p>
            <a:pPr indent="-336550" lvl="0" marL="457200" rtl="0" algn="l">
              <a:lnSpc>
                <a:spcPct val="90000"/>
              </a:lnSpc>
              <a:spcBef>
                <a:spcPts val="1000"/>
              </a:spcBef>
              <a:spcAft>
                <a:spcPts val="0"/>
              </a:spcAft>
              <a:buSzPts val="1700"/>
              <a:buFont typeface="Arial"/>
              <a:buChar char="•"/>
            </a:pPr>
            <a:r>
              <a:rPr b="0" i="0" lang="en-US" sz="1700">
                <a:solidFill>
                  <a:srgbClr val="333333"/>
                </a:solidFill>
                <a:latin typeface="Arial"/>
                <a:ea typeface="Arial"/>
                <a:cs typeface="Arial"/>
                <a:sym typeface="Arial"/>
              </a:rPr>
              <a:t>Object</a:t>
            </a:r>
            <a:endParaRPr sz="1700"/>
          </a:p>
          <a:p>
            <a:pPr indent="-336550" lvl="0" marL="457200" rtl="0" algn="l">
              <a:lnSpc>
                <a:spcPct val="90000"/>
              </a:lnSpc>
              <a:spcBef>
                <a:spcPts val="1000"/>
              </a:spcBef>
              <a:spcAft>
                <a:spcPts val="0"/>
              </a:spcAft>
              <a:buSzPts val="1700"/>
              <a:buFont typeface="Arial"/>
              <a:buChar char="•"/>
            </a:pPr>
            <a:r>
              <a:rPr b="0" i="0" lang="en-US" sz="1700">
                <a:solidFill>
                  <a:srgbClr val="333333"/>
                </a:solidFill>
                <a:latin typeface="Arial"/>
                <a:ea typeface="Arial"/>
                <a:cs typeface="Arial"/>
                <a:sym typeface="Arial"/>
              </a:rPr>
              <a:t>Encapsulation</a:t>
            </a:r>
            <a:endParaRPr sz="1700"/>
          </a:p>
          <a:p>
            <a:pPr indent="-336550" lvl="0" marL="457200" rtl="0" algn="l">
              <a:lnSpc>
                <a:spcPct val="90000"/>
              </a:lnSpc>
              <a:spcBef>
                <a:spcPts val="1000"/>
              </a:spcBef>
              <a:spcAft>
                <a:spcPts val="0"/>
              </a:spcAft>
              <a:buSzPts val="1700"/>
              <a:buFont typeface="Arial"/>
              <a:buChar char="•"/>
            </a:pPr>
            <a:r>
              <a:rPr b="0" i="0" lang="en-US" sz="1700">
                <a:solidFill>
                  <a:srgbClr val="333333"/>
                </a:solidFill>
                <a:latin typeface="Arial"/>
                <a:ea typeface="Arial"/>
                <a:cs typeface="Arial"/>
                <a:sym typeface="Arial"/>
              </a:rPr>
              <a:t>Data Abstraction</a:t>
            </a:r>
            <a:endParaRPr sz="1700"/>
          </a:p>
          <a:p>
            <a:pPr indent="-336550" lvl="0" marL="457200" rtl="0" algn="l">
              <a:lnSpc>
                <a:spcPct val="90000"/>
              </a:lnSpc>
              <a:spcBef>
                <a:spcPts val="1000"/>
              </a:spcBef>
              <a:spcAft>
                <a:spcPts val="0"/>
              </a:spcAft>
              <a:buSzPts val="1700"/>
              <a:buFont typeface="Arial"/>
              <a:buChar char="•"/>
            </a:pPr>
            <a:r>
              <a:rPr b="0" i="0" lang="en-US" sz="1700">
                <a:solidFill>
                  <a:srgbClr val="333333"/>
                </a:solidFill>
                <a:latin typeface="Arial"/>
                <a:ea typeface="Arial"/>
                <a:cs typeface="Arial"/>
                <a:sym typeface="Arial"/>
              </a:rPr>
              <a:t>Inheritance</a:t>
            </a:r>
            <a:endParaRPr sz="1700"/>
          </a:p>
          <a:p>
            <a:pPr indent="-336550" lvl="0" marL="457200" rtl="0" algn="l">
              <a:lnSpc>
                <a:spcPct val="90000"/>
              </a:lnSpc>
              <a:spcBef>
                <a:spcPts val="1000"/>
              </a:spcBef>
              <a:spcAft>
                <a:spcPts val="0"/>
              </a:spcAft>
              <a:buSzPts val="1700"/>
              <a:buFont typeface="Arial"/>
              <a:buChar char="•"/>
            </a:pPr>
            <a:r>
              <a:rPr b="0" i="0" lang="en-US" sz="1700">
                <a:solidFill>
                  <a:srgbClr val="333333"/>
                </a:solidFill>
                <a:latin typeface="Arial"/>
                <a:ea typeface="Arial"/>
                <a:cs typeface="Arial"/>
                <a:sym typeface="Arial"/>
              </a:rPr>
              <a:t>Polymorphism</a:t>
            </a:r>
            <a:endParaRPr sz="1700"/>
          </a:p>
          <a:p>
            <a:pPr indent="-336550" lvl="0" marL="457200" rtl="0" algn="l">
              <a:lnSpc>
                <a:spcPct val="90000"/>
              </a:lnSpc>
              <a:spcBef>
                <a:spcPts val="1000"/>
              </a:spcBef>
              <a:spcAft>
                <a:spcPts val="0"/>
              </a:spcAft>
              <a:buSzPts val="1700"/>
              <a:buFont typeface="Arial"/>
              <a:buChar char="•"/>
            </a:pPr>
            <a:r>
              <a:rPr b="0" i="0" lang="en-US" sz="1700">
                <a:solidFill>
                  <a:srgbClr val="333333"/>
                </a:solidFill>
                <a:latin typeface="Arial"/>
                <a:ea typeface="Arial"/>
                <a:cs typeface="Arial"/>
                <a:sym typeface="Arial"/>
              </a:rPr>
              <a:t>Data binding</a:t>
            </a:r>
            <a:endParaRPr sz="1700"/>
          </a:p>
          <a:p>
            <a:pPr indent="-336550" lvl="0" marL="457200" rtl="0" algn="l">
              <a:lnSpc>
                <a:spcPct val="90000"/>
              </a:lnSpc>
              <a:spcBef>
                <a:spcPts val="1000"/>
              </a:spcBef>
              <a:spcAft>
                <a:spcPts val="0"/>
              </a:spcAft>
              <a:buSzPts val="1700"/>
              <a:buFont typeface="Arial"/>
              <a:buChar char="•"/>
            </a:pPr>
            <a:r>
              <a:rPr b="0" i="0" lang="en-US" sz="1700">
                <a:solidFill>
                  <a:srgbClr val="333333"/>
                </a:solidFill>
                <a:latin typeface="Arial"/>
                <a:ea typeface="Arial"/>
                <a:cs typeface="Arial"/>
                <a:sym typeface="Arial"/>
              </a:rPr>
              <a:t>Message Passing</a:t>
            </a:r>
            <a:endParaRPr sz="1700"/>
          </a:p>
        </p:txBody>
      </p:sp>
      <p:sp>
        <p:nvSpPr>
          <p:cNvPr id="133" name="Google Shape;133;p5"/>
          <p:cNvSpPr/>
          <p:nvPr/>
        </p:nvSpPr>
        <p:spPr>
          <a:xfrm rot="10800000">
            <a:off x="-12" y="5555555"/>
            <a:ext cx="12192012" cy="1325592"/>
          </a:xfrm>
          <a:prstGeom prst="flowChartDocumen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pic>
        <p:nvPicPr>
          <p:cNvPr id="134" name="Google Shape;134;p5"/>
          <p:cNvPicPr preferRelativeResize="0"/>
          <p:nvPr/>
        </p:nvPicPr>
        <p:blipFill rotWithShape="1">
          <a:blip r:embed="rId3">
            <a:alphaModFix/>
          </a:blip>
          <a:srcRect b="0" l="0" r="0" t="0"/>
          <a:stretch/>
        </p:blipFill>
        <p:spPr>
          <a:xfrm>
            <a:off x="422031" y="4662198"/>
            <a:ext cx="2218949" cy="2218949"/>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6"/>
          <p:cNvSpPr txBox="1"/>
          <p:nvPr>
            <p:ph type="title"/>
          </p:nvPr>
        </p:nvSpPr>
        <p:spPr>
          <a:xfrm>
            <a:off x="1072662" y="365125"/>
            <a:ext cx="10281000" cy="1325700"/>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Clr>
                <a:schemeClr val="dk1"/>
              </a:buClr>
              <a:buSzPts val="4400"/>
              <a:buFont typeface="Arial"/>
              <a:buNone/>
            </a:pPr>
            <a:r>
              <a:rPr lang="en-US"/>
              <a:t>Object-Oriented Programming (OOP)</a:t>
            </a:r>
            <a:endParaRPr/>
          </a:p>
        </p:txBody>
      </p:sp>
      <p:sp>
        <p:nvSpPr>
          <p:cNvPr id="140" name="Google Shape;140;p6"/>
          <p:cNvSpPr txBox="1"/>
          <p:nvPr>
            <p:ph idx="1" type="body"/>
          </p:nvPr>
        </p:nvSpPr>
        <p:spPr>
          <a:xfrm>
            <a:off x="1175693" y="1551827"/>
            <a:ext cx="10281000" cy="3486600"/>
          </a:xfrm>
          <a:prstGeom prst="rect">
            <a:avLst/>
          </a:prstGeom>
          <a:noFill/>
          <a:ln>
            <a:noFill/>
          </a:ln>
        </p:spPr>
        <p:txBody>
          <a:bodyPr anchorCtr="0" anchor="t" bIns="45700" lIns="91425" spcFirstLastPara="1" rIns="91425" wrap="square" tIns="45700">
            <a:noAutofit/>
          </a:bodyPr>
          <a:lstStyle/>
          <a:p>
            <a:pPr indent="0" lvl="0" marL="114300" rtl="0" algn="l">
              <a:lnSpc>
                <a:spcPct val="90000"/>
              </a:lnSpc>
              <a:spcBef>
                <a:spcPts val="1000"/>
              </a:spcBef>
              <a:spcAft>
                <a:spcPts val="0"/>
              </a:spcAft>
              <a:buSzPts val="1800"/>
              <a:buNone/>
            </a:pPr>
            <a:r>
              <a:rPr b="0" i="0" lang="en-US" sz="1800">
                <a:solidFill>
                  <a:srgbClr val="000000"/>
                </a:solidFill>
                <a:latin typeface="Verdana"/>
                <a:ea typeface="Verdana"/>
                <a:cs typeface="Verdana"/>
                <a:sym typeface="Verdana"/>
              </a:rPr>
              <a:t>Application of Object Oriented Programming:</a:t>
            </a:r>
            <a:endParaRPr sz="1800"/>
          </a:p>
          <a:p>
            <a:pPr indent="-342900" lvl="0" marL="457200" rtl="0" algn="l">
              <a:lnSpc>
                <a:spcPct val="90000"/>
              </a:lnSpc>
              <a:spcBef>
                <a:spcPts val="1000"/>
              </a:spcBef>
              <a:spcAft>
                <a:spcPts val="0"/>
              </a:spcAft>
              <a:buSzPts val="1800"/>
              <a:buFont typeface="Arial"/>
              <a:buChar char="•"/>
            </a:pPr>
            <a:r>
              <a:rPr lang="en-US" sz="1800">
                <a:solidFill>
                  <a:srgbClr val="333333"/>
                </a:solidFill>
                <a:latin typeface="Arial"/>
                <a:ea typeface="Arial"/>
                <a:cs typeface="Arial"/>
                <a:sym typeface="Arial"/>
              </a:rPr>
              <a:t>User </a:t>
            </a:r>
            <a:r>
              <a:rPr b="0" i="0" lang="en-US" sz="1800">
                <a:solidFill>
                  <a:srgbClr val="333333"/>
                </a:solidFill>
                <a:latin typeface="Arial"/>
                <a:ea typeface="Arial"/>
                <a:cs typeface="Arial"/>
                <a:sym typeface="Arial"/>
              </a:rPr>
              <a:t>interface design such as windows, menu</a:t>
            </a:r>
            <a:endParaRPr sz="1800"/>
          </a:p>
          <a:p>
            <a:pPr indent="-342900" lvl="0" marL="457200" rtl="0" algn="l">
              <a:lnSpc>
                <a:spcPct val="90000"/>
              </a:lnSpc>
              <a:spcBef>
                <a:spcPts val="1000"/>
              </a:spcBef>
              <a:spcAft>
                <a:spcPts val="0"/>
              </a:spcAft>
              <a:buSzPts val="1800"/>
              <a:buFont typeface="Arial"/>
              <a:buChar char="•"/>
            </a:pPr>
            <a:r>
              <a:rPr b="0" i="0" lang="en-US" sz="1800">
                <a:solidFill>
                  <a:srgbClr val="333333"/>
                </a:solidFill>
                <a:latin typeface="Arial"/>
                <a:ea typeface="Arial"/>
                <a:cs typeface="Arial"/>
                <a:sym typeface="Arial"/>
              </a:rPr>
              <a:t>Real Time Systems such as Control system for cars, aircraft, space vehicles etc</a:t>
            </a:r>
            <a:endParaRPr b="0" i="0" sz="1800">
              <a:solidFill>
                <a:srgbClr val="333333"/>
              </a:solidFill>
              <a:latin typeface="Arial"/>
              <a:ea typeface="Arial"/>
              <a:cs typeface="Arial"/>
              <a:sym typeface="Arial"/>
            </a:endParaRPr>
          </a:p>
          <a:p>
            <a:pPr indent="-342900" lvl="0" marL="457200" rtl="0" algn="l">
              <a:lnSpc>
                <a:spcPct val="90000"/>
              </a:lnSpc>
              <a:spcBef>
                <a:spcPts val="1000"/>
              </a:spcBef>
              <a:spcAft>
                <a:spcPts val="0"/>
              </a:spcAft>
              <a:buSzPts val="1800"/>
              <a:buFont typeface="Arial"/>
              <a:buChar char="•"/>
            </a:pPr>
            <a:r>
              <a:rPr b="0" i="0" lang="en-US" sz="1800">
                <a:solidFill>
                  <a:srgbClr val="333333"/>
                </a:solidFill>
                <a:latin typeface="Arial"/>
                <a:ea typeface="Arial"/>
                <a:cs typeface="Arial"/>
                <a:sym typeface="Arial"/>
              </a:rPr>
              <a:t>Office automation system such as Document Management System i.e. Word processing system, </a:t>
            </a:r>
            <a:r>
              <a:rPr lang="en-US" sz="1800">
                <a:solidFill>
                  <a:srgbClr val="333333"/>
                </a:solidFill>
              </a:rPr>
              <a:t>spreadsheet</a:t>
            </a:r>
            <a:r>
              <a:rPr b="0" i="0" lang="en-US" sz="1800">
                <a:solidFill>
                  <a:srgbClr val="333333"/>
                </a:solidFill>
                <a:latin typeface="Arial"/>
                <a:ea typeface="Arial"/>
                <a:cs typeface="Arial"/>
                <a:sym typeface="Arial"/>
              </a:rPr>
              <a:t> software etc</a:t>
            </a:r>
            <a:endParaRPr b="0" i="0" sz="1800">
              <a:solidFill>
                <a:srgbClr val="333333"/>
              </a:solidFill>
              <a:latin typeface="Arial"/>
              <a:ea typeface="Arial"/>
              <a:cs typeface="Arial"/>
              <a:sym typeface="Arial"/>
            </a:endParaRPr>
          </a:p>
          <a:p>
            <a:pPr indent="-342900" lvl="0" marL="457200" rtl="0" algn="l">
              <a:lnSpc>
                <a:spcPct val="90000"/>
              </a:lnSpc>
              <a:spcBef>
                <a:spcPts val="1000"/>
              </a:spcBef>
              <a:spcAft>
                <a:spcPts val="0"/>
              </a:spcAft>
              <a:buSzPts val="1800"/>
              <a:buFont typeface="Arial"/>
              <a:buChar char="•"/>
            </a:pPr>
            <a:r>
              <a:rPr b="0" i="0" lang="en-US" sz="1800">
                <a:solidFill>
                  <a:srgbClr val="333333"/>
                </a:solidFill>
                <a:latin typeface="Arial"/>
                <a:ea typeface="Arial"/>
                <a:cs typeface="Arial"/>
                <a:sym typeface="Arial"/>
              </a:rPr>
              <a:t>AI and Expert System</a:t>
            </a:r>
            <a:endParaRPr sz="1800"/>
          </a:p>
          <a:p>
            <a:pPr indent="-342900" lvl="0" marL="457200" rtl="0" algn="l">
              <a:lnSpc>
                <a:spcPct val="90000"/>
              </a:lnSpc>
              <a:spcBef>
                <a:spcPts val="1000"/>
              </a:spcBef>
              <a:spcAft>
                <a:spcPts val="0"/>
              </a:spcAft>
              <a:buSzPts val="1800"/>
              <a:buFont typeface="Arial"/>
              <a:buChar char="•"/>
            </a:pPr>
            <a:r>
              <a:rPr b="0" i="0" lang="en-US" sz="1800">
                <a:solidFill>
                  <a:srgbClr val="333333"/>
                </a:solidFill>
                <a:latin typeface="Arial"/>
                <a:ea typeface="Arial"/>
                <a:cs typeface="Arial"/>
                <a:sym typeface="Arial"/>
              </a:rPr>
              <a:t>Neural Networks and parallel programming System</a:t>
            </a:r>
            <a:endParaRPr sz="1800"/>
          </a:p>
          <a:p>
            <a:pPr indent="-342900" lvl="0" marL="457200" rtl="0" algn="l">
              <a:lnSpc>
                <a:spcPct val="90000"/>
              </a:lnSpc>
              <a:spcBef>
                <a:spcPts val="1000"/>
              </a:spcBef>
              <a:spcAft>
                <a:spcPts val="0"/>
              </a:spcAft>
              <a:buSzPts val="1800"/>
              <a:buFont typeface="Arial"/>
              <a:buChar char="•"/>
            </a:pPr>
            <a:r>
              <a:rPr b="0" i="0" lang="en-US" sz="1800">
                <a:solidFill>
                  <a:srgbClr val="333333"/>
                </a:solidFill>
                <a:latin typeface="Arial"/>
                <a:ea typeface="Arial"/>
                <a:cs typeface="Arial"/>
                <a:sym typeface="Arial"/>
              </a:rPr>
              <a:t>Decision support system</a:t>
            </a:r>
            <a:endParaRPr b="0" i="0" sz="1800">
              <a:solidFill>
                <a:srgbClr val="333333"/>
              </a:solidFill>
              <a:latin typeface="Arial"/>
              <a:ea typeface="Arial"/>
              <a:cs typeface="Arial"/>
              <a:sym typeface="Arial"/>
            </a:endParaRPr>
          </a:p>
          <a:p>
            <a:pPr indent="-342900" lvl="0" marL="457200" rtl="0" algn="l">
              <a:lnSpc>
                <a:spcPct val="90000"/>
              </a:lnSpc>
              <a:spcBef>
                <a:spcPts val="1000"/>
              </a:spcBef>
              <a:spcAft>
                <a:spcPts val="0"/>
              </a:spcAft>
              <a:buClr>
                <a:srgbClr val="333333"/>
              </a:buClr>
              <a:buSzPts val="1800"/>
              <a:buChar char="•"/>
            </a:pPr>
            <a:r>
              <a:rPr lang="en-US" sz="1800">
                <a:solidFill>
                  <a:srgbClr val="333333"/>
                </a:solidFill>
              </a:rPr>
              <a:t>etc.</a:t>
            </a:r>
            <a:endParaRPr sz="1800">
              <a:solidFill>
                <a:srgbClr val="333333"/>
              </a:solidFill>
            </a:endParaRPr>
          </a:p>
        </p:txBody>
      </p:sp>
      <p:sp>
        <p:nvSpPr>
          <p:cNvPr id="141" name="Google Shape;141;p6"/>
          <p:cNvSpPr/>
          <p:nvPr/>
        </p:nvSpPr>
        <p:spPr>
          <a:xfrm rot="10800000">
            <a:off x="-12" y="5555555"/>
            <a:ext cx="12192012" cy="1325592"/>
          </a:xfrm>
          <a:prstGeom prst="flowChartDocumen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pic>
        <p:nvPicPr>
          <p:cNvPr id="142" name="Google Shape;142;p6"/>
          <p:cNvPicPr preferRelativeResize="0"/>
          <p:nvPr/>
        </p:nvPicPr>
        <p:blipFill rotWithShape="1">
          <a:blip r:embed="rId3">
            <a:alphaModFix/>
          </a:blip>
          <a:srcRect b="0" l="0" r="0" t="0"/>
          <a:stretch/>
        </p:blipFill>
        <p:spPr>
          <a:xfrm>
            <a:off x="422031" y="4662198"/>
            <a:ext cx="2218949" cy="2218949"/>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7"/>
          <p:cNvSpPr txBox="1"/>
          <p:nvPr>
            <p:ph type="title"/>
          </p:nvPr>
        </p:nvSpPr>
        <p:spPr>
          <a:xfrm>
            <a:off x="1072662" y="365125"/>
            <a:ext cx="10281000" cy="1325700"/>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Clr>
                <a:schemeClr val="dk1"/>
              </a:buClr>
              <a:buSzPts val="4400"/>
              <a:buFont typeface="Arial"/>
              <a:buNone/>
            </a:pPr>
            <a:r>
              <a:rPr lang="en-US"/>
              <a:t>Object-Oriented Programming (OOP)</a:t>
            </a:r>
            <a:endParaRPr/>
          </a:p>
        </p:txBody>
      </p:sp>
      <p:sp>
        <p:nvSpPr>
          <p:cNvPr id="148" name="Google Shape;148;p7"/>
          <p:cNvSpPr txBox="1"/>
          <p:nvPr>
            <p:ph idx="1" type="body"/>
          </p:nvPr>
        </p:nvSpPr>
        <p:spPr>
          <a:xfrm>
            <a:off x="1175700" y="1532275"/>
            <a:ext cx="10281000" cy="3783000"/>
          </a:xfrm>
          <a:prstGeom prst="rect">
            <a:avLst/>
          </a:prstGeom>
          <a:noFill/>
          <a:ln>
            <a:noFill/>
          </a:ln>
        </p:spPr>
        <p:txBody>
          <a:bodyPr anchorCtr="0" anchor="t" bIns="45700" lIns="91425" spcFirstLastPara="1" rIns="91425" wrap="square" tIns="45700">
            <a:noAutofit/>
          </a:bodyPr>
          <a:lstStyle/>
          <a:p>
            <a:pPr indent="0" lvl="0" marL="114300" rtl="0" algn="l">
              <a:lnSpc>
                <a:spcPct val="90000"/>
              </a:lnSpc>
              <a:spcBef>
                <a:spcPts val="1000"/>
              </a:spcBef>
              <a:spcAft>
                <a:spcPts val="0"/>
              </a:spcAft>
              <a:buSzPts val="1800"/>
              <a:buNone/>
            </a:pPr>
            <a:r>
              <a:rPr i="0" lang="en-US" sz="1800">
                <a:solidFill>
                  <a:srgbClr val="000000"/>
                </a:solidFill>
              </a:rPr>
              <a:t>Advantages of OOP:</a:t>
            </a:r>
            <a:endParaRPr sz="1800"/>
          </a:p>
          <a:p>
            <a:pPr indent="-342900" lvl="0" marL="457200" rtl="0" algn="l">
              <a:lnSpc>
                <a:spcPct val="90000"/>
              </a:lnSpc>
              <a:spcBef>
                <a:spcPts val="1000"/>
              </a:spcBef>
              <a:spcAft>
                <a:spcPts val="0"/>
              </a:spcAft>
              <a:buSzPts val="1800"/>
              <a:buFont typeface="Arial"/>
              <a:buChar char="•"/>
            </a:pPr>
            <a:r>
              <a:rPr b="1" i="0" lang="en-US" sz="1800">
                <a:solidFill>
                  <a:srgbClr val="333333"/>
                </a:solidFill>
              </a:rPr>
              <a:t>Improved software-development productivity</a:t>
            </a:r>
            <a:r>
              <a:rPr i="0" lang="en-US" sz="1800">
                <a:solidFill>
                  <a:srgbClr val="333333"/>
                </a:solidFill>
              </a:rPr>
              <a:t>:   Object-oriented programming is modular, as it provides separation of duties in object-based program development. It is also extensible, as objects can be extended to include new attributes and behaviors. Objects can also be reused within an across applications. Because of these three factors – modularity, extensibility, and reusability – object-oriented programming provides improved software-development productivity over traditional procedure-based programming techniques. </a:t>
            </a:r>
            <a:endParaRPr sz="1800"/>
          </a:p>
          <a:p>
            <a:pPr indent="-342900" lvl="0" marL="457200" rtl="0" algn="l">
              <a:lnSpc>
                <a:spcPct val="90000"/>
              </a:lnSpc>
              <a:spcBef>
                <a:spcPts val="1000"/>
              </a:spcBef>
              <a:spcAft>
                <a:spcPts val="0"/>
              </a:spcAft>
              <a:buSzPts val="1800"/>
              <a:buFont typeface="Arial"/>
              <a:buChar char="•"/>
            </a:pPr>
            <a:r>
              <a:rPr b="1" i="0" lang="en-US" sz="1800">
                <a:solidFill>
                  <a:srgbClr val="333333"/>
                </a:solidFill>
              </a:rPr>
              <a:t>Improved software maintainability</a:t>
            </a:r>
            <a:r>
              <a:rPr i="0" lang="en-US" sz="1800">
                <a:solidFill>
                  <a:srgbClr val="333333"/>
                </a:solidFill>
              </a:rPr>
              <a:t>: Since the design is modular, part of the system can be updated in case of issues without a need to make large-scale changes.</a:t>
            </a:r>
            <a:endParaRPr sz="1800"/>
          </a:p>
        </p:txBody>
      </p:sp>
      <p:sp>
        <p:nvSpPr>
          <p:cNvPr id="149" name="Google Shape;149;p7"/>
          <p:cNvSpPr/>
          <p:nvPr/>
        </p:nvSpPr>
        <p:spPr>
          <a:xfrm rot="10800000">
            <a:off x="-12" y="5555555"/>
            <a:ext cx="12192012" cy="1325592"/>
          </a:xfrm>
          <a:prstGeom prst="flowChartDocumen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pic>
        <p:nvPicPr>
          <p:cNvPr id="150" name="Google Shape;150;p7"/>
          <p:cNvPicPr preferRelativeResize="0"/>
          <p:nvPr/>
        </p:nvPicPr>
        <p:blipFill rotWithShape="1">
          <a:blip r:embed="rId3">
            <a:alphaModFix/>
          </a:blip>
          <a:srcRect b="0" l="0" r="0" t="0"/>
          <a:stretch/>
        </p:blipFill>
        <p:spPr>
          <a:xfrm>
            <a:off x="422031" y="4662198"/>
            <a:ext cx="2218949" cy="2218949"/>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g2eb3dd454dd_2_5"/>
          <p:cNvSpPr txBox="1"/>
          <p:nvPr>
            <p:ph type="title"/>
          </p:nvPr>
        </p:nvSpPr>
        <p:spPr>
          <a:xfrm>
            <a:off x="1072662" y="365125"/>
            <a:ext cx="10281000" cy="1325700"/>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Clr>
                <a:schemeClr val="dk1"/>
              </a:buClr>
              <a:buSzPts val="4400"/>
              <a:buFont typeface="Arial"/>
              <a:buNone/>
            </a:pPr>
            <a:r>
              <a:rPr lang="en-US"/>
              <a:t>Object-Oriented Programming (OOP)</a:t>
            </a:r>
            <a:endParaRPr/>
          </a:p>
        </p:txBody>
      </p:sp>
      <p:sp>
        <p:nvSpPr>
          <p:cNvPr id="156" name="Google Shape;156;g2eb3dd454dd_2_5"/>
          <p:cNvSpPr txBox="1"/>
          <p:nvPr>
            <p:ph idx="1" type="body"/>
          </p:nvPr>
        </p:nvSpPr>
        <p:spPr>
          <a:xfrm>
            <a:off x="1175700" y="1532275"/>
            <a:ext cx="10281000" cy="3783000"/>
          </a:xfrm>
          <a:prstGeom prst="rect">
            <a:avLst/>
          </a:prstGeom>
          <a:noFill/>
          <a:ln>
            <a:noFill/>
          </a:ln>
        </p:spPr>
        <p:txBody>
          <a:bodyPr anchorCtr="0" anchor="t" bIns="45700" lIns="91425" spcFirstLastPara="1" rIns="91425" wrap="square" tIns="45700">
            <a:noAutofit/>
          </a:bodyPr>
          <a:lstStyle/>
          <a:p>
            <a:pPr indent="0" lvl="0" marL="114300" rtl="0" algn="l">
              <a:lnSpc>
                <a:spcPct val="90000"/>
              </a:lnSpc>
              <a:spcBef>
                <a:spcPts val="1000"/>
              </a:spcBef>
              <a:spcAft>
                <a:spcPts val="0"/>
              </a:spcAft>
              <a:buSzPts val="1800"/>
              <a:buNone/>
            </a:pPr>
            <a:r>
              <a:rPr i="0" lang="en-US" sz="1800">
                <a:solidFill>
                  <a:srgbClr val="000000"/>
                </a:solidFill>
              </a:rPr>
              <a:t>Advantages of OOP (continue):</a:t>
            </a:r>
            <a:endParaRPr sz="1800"/>
          </a:p>
          <a:p>
            <a:pPr indent="-342900" lvl="0" marL="457200" rtl="0" algn="l">
              <a:lnSpc>
                <a:spcPct val="90000"/>
              </a:lnSpc>
              <a:spcBef>
                <a:spcPts val="1000"/>
              </a:spcBef>
              <a:spcAft>
                <a:spcPts val="0"/>
              </a:spcAft>
              <a:buSzPts val="1800"/>
              <a:buFont typeface="Arial"/>
              <a:buChar char="•"/>
            </a:pPr>
            <a:r>
              <a:rPr b="1" i="0" lang="en-US" sz="1800">
                <a:solidFill>
                  <a:srgbClr val="333333"/>
                </a:solidFill>
              </a:rPr>
              <a:t>Faster development</a:t>
            </a:r>
            <a:r>
              <a:rPr i="0" lang="en-US" sz="1800">
                <a:solidFill>
                  <a:srgbClr val="333333"/>
                </a:solidFill>
              </a:rPr>
              <a:t>: Reuse enables faster development. Object-oriented programming languages come with rich libraries of objects, and code developed during projects is also reusable in future projects. </a:t>
            </a:r>
            <a:endParaRPr sz="1800"/>
          </a:p>
          <a:p>
            <a:pPr indent="-342900" lvl="0" marL="457200" rtl="0" algn="l">
              <a:lnSpc>
                <a:spcPct val="90000"/>
              </a:lnSpc>
              <a:spcBef>
                <a:spcPts val="1000"/>
              </a:spcBef>
              <a:spcAft>
                <a:spcPts val="0"/>
              </a:spcAft>
              <a:buSzPts val="1800"/>
              <a:buFont typeface="Arial"/>
              <a:buChar char="•"/>
            </a:pPr>
            <a:r>
              <a:rPr i="0" lang="en-US" sz="1800">
                <a:solidFill>
                  <a:srgbClr val="333333"/>
                </a:solidFill>
              </a:rPr>
              <a:t> </a:t>
            </a:r>
            <a:r>
              <a:rPr b="1" i="0" lang="en-US" sz="1800">
                <a:solidFill>
                  <a:srgbClr val="333333"/>
                </a:solidFill>
              </a:rPr>
              <a:t>Lower cost of development: </a:t>
            </a:r>
            <a:r>
              <a:rPr i="0" lang="en-US" sz="1800">
                <a:solidFill>
                  <a:srgbClr val="333333"/>
                </a:solidFill>
              </a:rPr>
              <a:t>The reuse of software also lowers the cost of development. Typically, more effort is put into the object-oriented analysis and design, which lowers the overall cost of development.</a:t>
            </a:r>
            <a:endParaRPr sz="1800"/>
          </a:p>
          <a:p>
            <a:pPr indent="-342900" lvl="0" marL="457200" rtl="0" algn="l">
              <a:lnSpc>
                <a:spcPct val="90000"/>
              </a:lnSpc>
              <a:spcBef>
                <a:spcPts val="1000"/>
              </a:spcBef>
              <a:spcAft>
                <a:spcPts val="0"/>
              </a:spcAft>
              <a:buSzPts val="1800"/>
              <a:buFont typeface="Arial"/>
              <a:buChar char="•"/>
            </a:pPr>
            <a:r>
              <a:rPr i="0" lang="en-US" sz="1800">
                <a:solidFill>
                  <a:srgbClr val="333333"/>
                </a:solidFill>
              </a:rPr>
              <a:t> </a:t>
            </a:r>
            <a:r>
              <a:rPr b="1" i="0" lang="en-US" sz="1800">
                <a:solidFill>
                  <a:srgbClr val="333333"/>
                </a:solidFill>
              </a:rPr>
              <a:t>Higher-quality software:</a:t>
            </a:r>
            <a:r>
              <a:rPr i="0" lang="en-US" sz="1800">
                <a:solidFill>
                  <a:srgbClr val="333333"/>
                </a:solidFill>
              </a:rPr>
              <a:t> Faster development of software and lower cost of development allows more time and resources to be used in the verification of the software. Although quality is dependent upon the experience of the teams, object oriented programming tends to result in higher-quality software.</a:t>
            </a:r>
            <a:endParaRPr sz="1800"/>
          </a:p>
        </p:txBody>
      </p:sp>
      <p:sp>
        <p:nvSpPr>
          <p:cNvPr id="157" name="Google Shape;157;g2eb3dd454dd_2_5"/>
          <p:cNvSpPr/>
          <p:nvPr/>
        </p:nvSpPr>
        <p:spPr>
          <a:xfrm rot="10800000">
            <a:off x="-12" y="5555555"/>
            <a:ext cx="12192012" cy="1325592"/>
          </a:xfrm>
          <a:prstGeom prst="flowChartDocumen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pic>
        <p:nvPicPr>
          <p:cNvPr id="158" name="Google Shape;158;g2eb3dd454dd_2_5"/>
          <p:cNvPicPr preferRelativeResize="0"/>
          <p:nvPr/>
        </p:nvPicPr>
        <p:blipFill rotWithShape="1">
          <a:blip r:embed="rId3">
            <a:alphaModFix/>
          </a:blip>
          <a:srcRect b="0" l="0" r="0" t="0"/>
          <a:stretch/>
        </p:blipFill>
        <p:spPr>
          <a:xfrm>
            <a:off x="422031" y="4662198"/>
            <a:ext cx="2218949" cy="2218949"/>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8"/>
          <p:cNvSpPr txBox="1"/>
          <p:nvPr>
            <p:ph type="title"/>
          </p:nvPr>
        </p:nvSpPr>
        <p:spPr>
          <a:xfrm>
            <a:off x="1072662" y="365125"/>
            <a:ext cx="10281000" cy="1325700"/>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Clr>
                <a:schemeClr val="dk1"/>
              </a:buClr>
              <a:buSzPts val="4400"/>
              <a:buFont typeface="Arial"/>
              <a:buNone/>
            </a:pPr>
            <a:r>
              <a:rPr lang="en-US"/>
              <a:t>Object-Oriented Programming (OOP)</a:t>
            </a:r>
            <a:endParaRPr/>
          </a:p>
        </p:txBody>
      </p:sp>
      <p:sp>
        <p:nvSpPr>
          <p:cNvPr id="164" name="Google Shape;164;p8"/>
          <p:cNvSpPr txBox="1"/>
          <p:nvPr>
            <p:ph idx="1" type="body"/>
          </p:nvPr>
        </p:nvSpPr>
        <p:spPr>
          <a:xfrm>
            <a:off x="1175700" y="1616700"/>
            <a:ext cx="10281000" cy="3624600"/>
          </a:xfrm>
          <a:prstGeom prst="rect">
            <a:avLst/>
          </a:prstGeom>
          <a:noFill/>
          <a:ln>
            <a:noFill/>
          </a:ln>
        </p:spPr>
        <p:txBody>
          <a:bodyPr anchorCtr="0" anchor="t" bIns="45700" lIns="91425" spcFirstLastPara="1" rIns="91425" wrap="square" tIns="45700">
            <a:noAutofit/>
          </a:bodyPr>
          <a:lstStyle/>
          <a:p>
            <a:pPr indent="0" lvl="0" marL="114300" rtl="0" algn="l">
              <a:lnSpc>
                <a:spcPct val="90000"/>
              </a:lnSpc>
              <a:spcBef>
                <a:spcPts val="1000"/>
              </a:spcBef>
              <a:spcAft>
                <a:spcPts val="0"/>
              </a:spcAft>
              <a:buSzPts val="1800"/>
              <a:buNone/>
            </a:pPr>
            <a:r>
              <a:rPr b="0" i="0" lang="en-US" sz="1800">
                <a:solidFill>
                  <a:srgbClr val="000000"/>
                </a:solidFill>
                <a:latin typeface="Verdana"/>
                <a:ea typeface="Verdana"/>
                <a:cs typeface="Verdana"/>
                <a:sym typeface="Verdana"/>
              </a:rPr>
              <a:t>Disadvantages of OOP:</a:t>
            </a:r>
            <a:endParaRPr sz="1800"/>
          </a:p>
          <a:p>
            <a:pPr indent="-342900" lvl="0" marL="457200" rtl="0" algn="l">
              <a:lnSpc>
                <a:spcPct val="90000"/>
              </a:lnSpc>
              <a:spcBef>
                <a:spcPts val="1000"/>
              </a:spcBef>
              <a:spcAft>
                <a:spcPts val="0"/>
              </a:spcAft>
              <a:buSzPts val="1800"/>
              <a:buFont typeface="Arial"/>
              <a:buChar char="•"/>
            </a:pPr>
            <a:r>
              <a:rPr b="1" i="0" lang="en-US" sz="1800">
                <a:solidFill>
                  <a:srgbClr val="333333"/>
                </a:solidFill>
                <a:latin typeface="Arial"/>
                <a:ea typeface="Arial"/>
                <a:cs typeface="Arial"/>
                <a:sym typeface="Arial"/>
              </a:rPr>
              <a:t>Larger program Size: </a:t>
            </a:r>
            <a:r>
              <a:rPr b="0" i="0" lang="en-US" sz="1800">
                <a:solidFill>
                  <a:srgbClr val="333333"/>
                </a:solidFill>
                <a:latin typeface="Arial"/>
                <a:ea typeface="Arial"/>
                <a:cs typeface="Arial"/>
                <a:sym typeface="Arial"/>
              </a:rPr>
              <a:t>Object oriented programs are much larger than other programs. In the early days of computing, space on hard drives, floppy drives and in memory was at a premium. Today we do not have these restrictions.</a:t>
            </a:r>
            <a:endParaRPr sz="1800"/>
          </a:p>
          <a:p>
            <a:pPr indent="-342900" lvl="0" marL="457200" rtl="0" algn="l">
              <a:lnSpc>
                <a:spcPct val="90000"/>
              </a:lnSpc>
              <a:spcBef>
                <a:spcPts val="1000"/>
              </a:spcBef>
              <a:spcAft>
                <a:spcPts val="0"/>
              </a:spcAft>
              <a:buSzPts val="1800"/>
              <a:buFont typeface="Arial"/>
              <a:buChar char="•"/>
            </a:pPr>
            <a:r>
              <a:rPr b="1" i="0" lang="en-US" sz="1800">
                <a:solidFill>
                  <a:srgbClr val="333333"/>
                </a:solidFill>
                <a:latin typeface="Arial"/>
                <a:ea typeface="Arial"/>
                <a:cs typeface="Arial"/>
                <a:sym typeface="Arial"/>
              </a:rPr>
              <a:t>Effort</a:t>
            </a:r>
            <a:r>
              <a:rPr b="0" i="0" lang="en-US" sz="1800">
                <a:solidFill>
                  <a:srgbClr val="333333"/>
                </a:solidFill>
                <a:latin typeface="Arial"/>
                <a:ea typeface="Arial"/>
                <a:cs typeface="Arial"/>
                <a:sym typeface="Arial"/>
              </a:rPr>
              <a:t>: Object oriented programs require a lot of work to create. Specifically, a great deal of planning goes into an object oriented program well before a single piece of code is ever written. Initially, this early effort was felt by many to be a waste of time. In addition, because the programs were larger, coders spent more time actually writing the program.</a:t>
            </a:r>
            <a:endParaRPr sz="1800"/>
          </a:p>
          <a:p>
            <a:pPr indent="-342900" lvl="0" marL="457200" rtl="0" algn="l">
              <a:lnSpc>
                <a:spcPct val="90000"/>
              </a:lnSpc>
              <a:spcBef>
                <a:spcPts val="1000"/>
              </a:spcBef>
              <a:spcAft>
                <a:spcPts val="0"/>
              </a:spcAft>
              <a:buSzPts val="1800"/>
              <a:buFont typeface="Arial"/>
              <a:buChar char="•"/>
            </a:pPr>
            <a:r>
              <a:rPr b="1" i="0" lang="en-US" sz="1800">
                <a:solidFill>
                  <a:srgbClr val="333333"/>
                </a:solidFill>
                <a:latin typeface="Arial"/>
                <a:ea typeface="Arial"/>
                <a:cs typeface="Arial"/>
                <a:sym typeface="Arial"/>
              </a:rPr>
              <a:t>Speed</a:t>
            </a:r>
            <a:r>
              <a:rPr b="0" i="0" lang="en-US" sz="1800">
                <a:solidFill>
                  <a:srgbClr val="333333"/>
                </a:solidFill>
                <a:latin typeface="Arial"/>
                <a:ea typeface="Arial"/>
                <a:cs typeface="Arial"/>
                <a:sym typeface="Arial"/>
              </a:rPr>
              <a:t>: Object oriented programs are slower than other programs, partially because of their size. Other aspects of Object Oriented Programs also demand more system resources, thus slowing the program down.</a:t>
            </a:r>
            <a:endParaRPr sz="1800"/>
          </a:p>
        </p:txBody>
      </p:sp>
      <p:sp>
        <p:nvSpPr>
          <p:cNvPr id="165" name="Google Shape;165;p8"/>
          <p:cNvSpPr/>
          <p:nvPr/>
        </p:nvSpPr>
        <p:spPr>
          <a:xfrm rot="10800000">
            <a:off x="-12" y="5555555"/>
            <a:ext cx="12192012" cy="1325592"/>
          </a:xfrm>
          <a:prstGeom prst="flowChartDocumen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pic>
        <p:nvPicPr>
          <p:cNvPr id="166" name="Google Shape;166;p8"/>
          <p:cNvPicPr preferRelativeResize="0"/>
          <p:nvPr/>
        </p:nvPicPr>
        <p:blipFill rotWithShape="1">
          <a:blip r:embed="rId3">
            <a:alphaModFix/>
          </a:blip>
          <a:srcRect b="0" l="0" r="0" t="0"/>
          <a:stretch/>
        </p:blipFill>
        <p:spPr>
          <a:xfrm>
            <a:off x="422031" y="4662198"/>
            <a:ext cx="2218949" cy="2218949"/>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9"/>
          <p:cNvSpPr txBox="1"/>
          <p:nvPr>
            <p:ph type="title"/>
          </p:nvPr>
        </p:nvSpPr>
        <p:spPr>
          <a:xfrm>
            <a:off x="1072662" y="365125"/>
            <a:ext cx="10281000" cy="1325700"/>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Clr>
                <a:schemeClr val="dk1"/>
              </a:buClr>
              <a:buSzPts val="4400"/>
              <a:buFont typeface="Arial"/>
              <a:buNone/>
            </a:pPr>
            <a:r>
              <a:rPr lang="en-US"/>
              <a:t>Class &amp; Objects</a:t>
            </a:r>
            <a:endParaRPr/>
          </a:p>
        </p:txBody>
      </p:sp>
      <p:sp>
        <p:nvSpPr>
          <p:cNvPr id="172" name="Google Shape;172;p9"/>
          <p:cNvSpPr txBox="1"/>
          <p:nvPr>
            <p:ph idx="1" type="body"/>
          </p:nvPr>
        </p:nvSpPr>
        <p:spPr>
          <a:xfrm>
            <a:off x="1175700" y="1690825"/>
            <a:ext cx="10281000" cy="3624600"/>
          </a:xfrm>
          <a:prstGeom prst="rect">
            <a:avLst/>
          </a:prstGeom>
          <a:noFill/>
          <a:ln>
            <a:noFill/>
          </a:ln>
        </p:spPr>
        <p:txBody>
          <a:bodyPr anchorCtr="0" anchor="t" bIns="45700" lIns="91425" spcFirstLastPara="1" rIns="91425" wrap="square" tIns="45700">
            <a:noAutofit/>
          </a:bodyPr>
          <a:lstStyle/>
          <a:p>
            <a:pPr indent="0" lvl="0" marL="114300" rtl="0" algn="l">
              <a:lnSpc>
                <a:spcPct val="90000"/>
              </a:lnSpc>
              <a:spcBef>
                <a:spcPts val="1000"/>
              </a:spcBef>
              <a:spcAft>
                <a:spcPts val="0"/>
              </a:spcAft>
              <a:buSzPts val="1800"/>
              <a:buNone/>
            </a:pPr>
            <a:r>
              <a:rPr b="0" i="0" lang="en-US" sz="1800">
                <a:solidFill>
                  <a:srgbClr val="000000"/>
                </a:solidFill>
              </a:rPr>
              <a:t>In JavaScript, everything is an object, which is a collection of related properties and methods, a string, an array Everything is an object</a:t>
            </a:r>
            <a:endParaRPr sz="1800"/>
          </a:p>
          <a:p>
            <a:pPr indent="0" lvl="0" marL="114300" rtl="0" algn="l">
              <a:lnSpc>
                <a:spcPct val="90000"/>
              </a:lnSpc>
              <a:spcBef>
                <a:spcPts val="1000"/>
              </a:spcBef>
              <a:spcAft>
                <a:spcPts val="0"/>
              </a:spcAft>
              <a:buSzPts val="1800"/>
              <a:buNone/>
            </a:pPr>
            <a:r>
              <a:t/>
            </a:r>
            <a:endParaRPr i="0" sz="1800">
              <a:solidFill>
                <a:srgbClr val="000000"/>
              </a:solidFill>
            </a:endParaRPr>
          </a:p>
          <a:p>
            <a:pPr indent="0" lvl="0" marL="114300" rtl="0" algn="l">
              <a:lnSpc>
                <a:spcPct val="90000"/>
              </a:lnSpc>
              <a:spcBef>
                <a:spcPts val="1000"/>
              </a:spcBef>
              <a:spcAft>
                <a:spcPts val="0"/>
              </a:spcAft>
              <a:buSzPts val="1800"/>
              <a:buNone/>
            </a:pPr>
            <a:r>
              <a:rPr b="0" i="0" lang="en-US" sz="1800">
                <a:solidFill>
                  <a:srgbClr val="000000"/>
                </a:solidFill>
              </a:rPr>
              <a:t>The object has the following characteristics：</a:t>
            </a:r>
            <a:endParaRPr b="0" i="0" sz="1800">
              <a:solidFill>
                <a:srgbClr val="000000"/>
              </a:solidFill>
            </a:endParaRPr>
          </a:p>
          <a:p>
            <a:pPr indent="-342900" lvl="0" marL="457200" rtl="0" algn="l">
              <a:lnSpc>
                <a:spcPct val="90000"/>
              </a:lnSpc>
              <a:spcBef>
                <a:spcPts val="1000"/>
              </a:spcBef>
              <a:spcAft>
                <a:spcPts val="0"/>
              </a:spcAft>
              <a:buSzPts val="1800"/>
              <a:buFont typeface="Arial"/>
              <a:buChar char="•"/>
            </a:pPr>
            <a:r>
              <a:rPr b="0" i="0" lang="en-US" sz="1800">
                <a:solidFill>
                  <a:srgbClr val="333333"/>
                </a:solidFill>
                <a:latin typeface="Arial"/>
                <a:ea typeface="Arial"/>
                <a:cs typeface="Arial"/>
                <a:sym typeface="Arial"/>
              </a:rPr>
              <a:t>An object is composed of a series of properties and methods</a:t>
            </a:r>
            <a:r>
              <a:rPr lang="en-US" sz="1800">
                <a:solidFill>
                  <a:srgbClr val="333333"/>
                </a:solidFill>
                <a:latin typeface="Arial"/>
                <a:ea typeface="Arial"/>
                <a:cs typeface="Arial"/>
                <a:sym typeface="Arial"/>
              </a:rPr>
              <a:t>.</a:t>
            </a:r>
            <a:endParaRPr sz="1800"/>
          </a:p>
          <a:p>
            <a:pPr indent="-342900" lvl="0" marL="457200" rtl="0" algn="l">
              <a:lnSpc>
                <a:spcPct val="90000"/>
              </a:lnSpc>
              <a:spcBef>
                <a:spcPts val="1000"/>
              </a:spcBef>
              <a:spcAft>
                <a:spcPts val="0"/>
              </a:spcAft>
              <a:buSzPts val="1800"/>
              <a:buFont typeface="Arial"/>
              <a:buChar char="•"/>
            </a:pPr>
            <a:r>
              <a:rPr b="0" i="0" lang="en-US" sz="1800">
                <a:solidFill>
                  <a:srgbClr val="333333"/>
                </a:solidFill>
                <a:latin typeface="Arial"/>
                <a:ea typeface="Arial"/>
                <a:cs typeface="Arial"/>
                <a:sym typeface="Arial"/>
              </a:rPr>
              <a:t>The attributes of an object refer to the characteristics that the object possesses, and the specialized term is attribute.</a:t>
            </a:r>
            <a:endParaRPr sz="1800"/>
          </a:p>
          <a:p>
            <a:pPr indent="-342900" lvl="0" marL="457200" rtl="0" algn="l">
              <a:lnSpc>
                <a:spcPct val="90000"/>
              </a:lnSpc>
              <a:spcBef>
                <a:spcPts val="1000"/>
              </a:spcBef>
              <a:spcAft>
                <a:spcPts val="0"/>
              </a:spcAft>
              <a:buSzPts val="1800"/>
              <a:buFont typeface="Arial"/>
              <a:buChar char="•"/>
            </a:pPr>
            <a:r>
              <a:rPr b="0" i="0" lang="en-US" sz="1800">
                <a:solidFill>
                  <a:srgbClr val="333333"/>
                </a:solidFill>
                <a:latin typeface="Arial"/>
                <a:ea typeface="Arial"/>
                <a:cs typeface="Arial"/>
                <a:sym typeface="Arial"/>
              </a:rPr>
              <a:t>The method of an object refers to the behavior that the object possesses, and the specific term is method.</a:t>
            </a:r>
            <a:endParaRPr b="0" i="0" sz="1800">
              <a:solidFill>
                <a:srgbClr val="333333"/>
              </a:solidFill>
              <a:latin typeface="Arial"/>
              <a:ea typeface="Arial"/>
              <a:cs typeface="Arial"/>
              <a:sym typeface="Arial"/>
            </a:endParaRPr>
          </a:p>
        </p:txBody>
      </p:sp>
      <p:sp>
        <p:nvSpPr>
          <p:cNvPr id="173" name="Google Shape;173;p9"/>
          <p:cNvSpPr/>
          <p:nvPr/>
        </p:nvSpPr>
        <p:spPr>
          <a:xfrm rot="10800000">
            <a:off x="-12" y="5555555"/>
            <a:ext cx="12192012" cy="1325592"/>
          </a:xfrm>
          <a:prstGeom prst="flowChartDocumen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pic>
        <p:nvPicPr>
          <p:cNvPr id="174" name="Google Shape;174;p9"/>
          <p:cNvPicPr preferRelativeResize="0"/>
          <p:nvPr/>
        </p:nvPicPr>
        <p:blipFill rotWithShape="1">
          <a:blip r:embed="rId3">
            <a:alphaModFix/>
          </a:blip>
          <a:srcRect b="0" l="0" r="0" t="0"/>
          <a:stretch/>
        </p:blipFill>
        <p:spPr>
          <a:xfrm>
            <a:off x="422031" y="4662198"/>
            <a:ext cx="2218949" cy="2218949"/>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10"/>
          <p:cNvSpPr txBox="1"/>
          <p:nvPr>
            <p:ph type="title"/>
          </p:nvPr>
        </p:nvSpPr>
        <p:spPr>
          <a:xfrm>
            <a:off x="1072662" y="365125"/>
            <a:ext cx="10281000" cy="1325700"/>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Clr>
                <a:schemeClr val="dk1"/>
              </a:buClr>
              <a:buSzPts val="4400"/>
              <a:buFont typeface="Arial"/>
              <a:buNone/>
            </a:pPr>
            <a:r>
              <a:rPr lang="en-US"/>
              <a:t>Class &amp; Objects</a:t>
            </a:r>
            <a:endParaRPr/>
          </a:p>
        </p:txBody>
      </p:sp>
      <p:sp>
        <p:nvSpPr>
          <p:cNvPr id="180" name="Google Shape;180;p10"/>
          <p:cNvSpPr txBox="1"/>
          <p:nvPr>
            <p:ph idx="1" type="body"/>
          </p:nvPr>
        </p:nvSpPr>
        <p:spPr>
          <a:xfrm>
            <a:off x="1175693" y="1828702"/>
            <a:ext cx="10281000" cy="794295"/>
          </a:xfrm>
          <a:prstGeom prst="rect">
            <a:avLst/>
          </a:prstGeom>
          <a:noFill/>
          <a:ln>
            <a:noFill/>
          </a:ln>
        </p:spPr>
        <p:txBody>
          <a:bodyPr anchorCtr="0" anchor="t" bIns="45700" lIns="91425" spcFirstLastPara="1" rIns="91425" wrap="square" tIns="45700">
            <a:noAutofit/>
          </a:bodyPr>
          <a:lstStyle/>
          <a:p>
            <a:pPr indent="0" lvl="0" marL="114300" rtl="0" algn="l">
              <a:lnSpc>
                <a:spcPct val="90000"/>
              </a:lnSpc>
              <a:spcBef>
                <a:spcPts val="1000"/>
              </a:spcBef>
              <a:spcAft>
                <a:spcPts val="0"/>
              </a:spcAft>
              <a:buSzPts val="1800"/>
              <a:buNone/>
            </a:pPr>
            <a:r>
              <a:rPr b="0" i="0" lang="en-US" sz="1800">
                <a:solidFill>
                  <a:srgbClr val="000000"/>
                </a:solidFill>
              </a:rPr>
              <a:t>Creating classes and generating instances</a:t>
            </a:r>
            <a:endParaRPr sz="1800"/>
          </a:p>
          <a:p>
            <a:pPr indent="0" lvl="0" marL="114300" rtl="0" algn="l">
              <a:lnSpc>
                <a:spcPct val="90000"/>
              </a:lnSpc>
              <a:spcBef>
                <a:spcPts val="1000"/>
              </a:spcBef>
              <a:spcAft>
                <a:spcPts val="0"/>
              </a:spcAft>
              <a:buSzPts val="1800"/>
              <a:buNone/>
            </a:pPr>
            <a:r>
              <a:rPr b="0" i="0" lang="en-US" sz="1800">
                <a:solidFill>
                  <a:srgbClr val="333333"/>
                </a:solidFill>
                <a:latin typeface="Arial"/>
                <a:ea typeface="Arial"/>
                <a:cs typeface="Arial"/>
                <a:sym typeface="Arial"/>
              </a:rPr>
              <a:t>An object is composed of a series of properties and methods</a:t>
            </a:r>
            <a:r>
              <a:rPr lang="en-US" sz="1800">
                <a:solidFill>
                  <a:srgbClr val="333333"/>
                </a:solidFill>
                <a:latin typeface="Arial"/>
                <a:ea typeface="Arial"/>
                <a:cs typeface="Arial"/>
                <a:sym typeface="Arial"/>
              </a:rPr>
              <a:t>.</a:t>
            </a:r>
            <a:endParaRPr sz="1800"/>
          </a:p>
          <a:p>
            <a:pPr indent="0" lvl="0" marL="114300" rtl="0" algn="l">
              <a:lnSpc>
                <a:spcPct val="90000"/>
              </a:lnSpc>
              <a:spcBef>
                <a:spcPts val="1000"/>
              </a:spcBef>
              <a:spcAft>
                <a:spcPts val="0"/>
              </a:spcAft>
              <a:buSzPts val="1800"/>
              <a:buNone/>
            </a:pPr>
            <a:r>
              <a:t/>
            </a:r>
            <a:endParaRPr b="0" i="0" sz="1100">
              <a:solidFill>
                <a:srgbClr val="333333"/>
              </a:solidFill>
              <a:latin typeface="Arial"/>
              <a:ea typeface="Arial"/>
              <a:cs typeface="Arial"/>
              <a:sym typeface="Arial"/>
            </a:endParaRPr>
          </a:p>
        </p:txBody>
      </p:sp>
      <p:sp>
        <p:nvSpPr>
          <p:cNvPr id="181" name="Google Shape;181;p10"/>
          <p:cNvSpPr/>
          <p:nvPr/>
        </p:nvSpPr>
        <p:spPr>
          <a:xfrm rot="10800000">
            <a:off x="-12" y="5555555"/>
            <a:ext cx="12192012" cy="1325592"/>
          </a:xfrm>
          <a:prstGeom prst="flowChartDocumen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pic>
        <p:nvPicPr>
          <p:cNvPr id="182" name="Google Shape;182;p10"/>
          <p:cNvPicPr preferRelativeResize="0"/>
          <p:nvPr/>
        </p:nvPicPr>
        <p:blipFill rotWithShape="1">
          <a:blip r:embed="rId3">
            <a:alphaModFix/>
          </a:blip>
          <a:srcRect b="0" l="0" r="0" t="0"/>
          <a:stretch/>
        </p:blipFill>
        <p:spPr>
          <a:xfrm>
            <a:off x="422031" y="4662198"/>
            <a:ext cx="2218949" cy="2218949"/>
          </a:xfrm>
          <a:prstGeom prst="rect">
            <a:avLst/>
          </a:prstGeom>
          <a:noFill/>
          <a:ln>
            <a:noFill/>
          </a:ln>
        </p:spPr>
      </p:pic>
      <p:sp>
        <p:nvSpPr>
          <p:cNvPr id="183" name="Google Shape;183;p10"/>
          <p:cNvSpPr txBox="1"/>
          <p:nvPr/>
        </p:nvSpPr>
        <p:spPr>
          <a:xfrm>
            <a:off x="1450195" y="2584182"/>
            <a:ext cx="3861388" cy="206210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rgbClr val="000080"/>
                </a:solidFill>
                <a:highlight>
                  <a:srgbClr val="FFFFFF"/>
                </a:highlight>
                <a:latin typeface="Arial"/>
                <a:ea typeface="Arial"/>
                <a:cs typeface="Arial"/>
                <a:sym typeface="Arial"/>
              </a:rPr>
              <a:t>&lt;</a:t>
            </a:r>
            <a:r>
              <a:rPr b="0" i="0" lang="en-US" sz="1600" u="none" cap="none" strike="noStrike">
                <a:solidFill>
                  <a:srgbClr val="000000"/>
                </a:solidFill>
                <a:highlight>
                  <a:srgbClr val="FFFFFF"/>
                </a:highlight>
                <a:latin typeface="Arial"/>
                <a:ea typeface="Arial"/>
                <a:cs typeface="Arial"/>
                <a:sym typeface="Arial"/>
              </a:rPr>
              <a:t>script</a:t>
            </a:r>
            <a:r>
              <a:rPr b="1" i="0" lang="en-US" sz="1600" u="none" cap="none" strike="noStrike">
                <a:solidFill>
                  <a:srgbClr val="000080"/>
                </a:solidFill>
                <a:highlight>
                  <a:srgbClr val="FFFFFF"/>
                </a:highlight>
                <a:latin typeface="Arial"/>
                <a:ea typeface="Arial"/>
                <a:cs typeface="Arial"/>
                <a:sym typeface="Arial"/>
              </a:rPr>
              <a:t>&gt;</a:t>
            </a:r>
            <a:endParaRPr b="0" i="0" sz="1600" u="none" cap="none" strike="noStrike">
              <a:solidFill>
                <a:srgbClr val="000000"/>
              </a:solidFill>
              <a:highlight>
                <a:srgbClr val="FFFFFF"/>
              </a:highlight>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highlight>
                  <a:srgbClr val="FFFFFF"/>
                </a:highlight>
                <a:latin typeface="Arial"/>
                <a:ea typeface="Arial"/>
                <a:cs typeface="Arial"/>
                <a:sym typeface="Arial"/>
              </a:rPr>
              <a:t>     </a:t>
            </a:r>
            <a:r>
              <a:rPr b="0" i="0" lang="en-US" sz="1600" u="none" cap="none" strike="noStrike">
                <a:solidFill>
                  <a:srgbClr val="008000"/>
                </a:solidFill>
                <a:highlight>
                  <a:srgbClr val="FFFFFF"/>
                </a:highlight>
                <a:latin typeface="Arial"/>
                <a:ea typeface="Arial"/>
                <a:cs typeface="Arial"/>
                <a:sym typeface="Arial"/>
              </a:rPr>
              <a:t>//Create Class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highlight>
                  <a:srgbClr val="FFFFFF"/>
                </a:highlight>
                <a:latin typeface="Arial"/>
                <a:ea typeface="Arial"/>
                <a:cs typeface="Arial"/>
                <a:sym typeface="Arial"/>
              </a:rPr>
              <a:t>      </a:t>
            </a:r>
            <a:r>
              <a:rPr b="1" i="0" lang="en-US" sz="1600" u="none" cap="none" strike="noStrike">
                <a:solidFill>
                  <a:srgbClr val="0000FF"/>
                </a:solidFill>
                <a:highlight>
                  <a:srgbClr val="FFFFFF"/>
                </a:highlight>
                <a:latin typeface="Arial"/>
                <a:ea typeface="Arial"/>
                <a:cs typeface="Arial"/>
                <a:sym typeface="Arial"/>
              </a:rPr>
              <a:t>class</a:t>
            </a:r>
            <a:r>
              <a:rPr b="0" i="0" lang="en-US" sz="1600" u="none" cap="none" strike="noStrike">
                <a:solidFill>
                  <a:srgbClr val="000000"/>
                </a:solidFill>
                <a:highlight>
                  <a:srgbClr val="FFFFFF"/>
                </a:highlight>
                <a:latin typeface="Arial"/>
                <a:ea typeface="Arial"/>
                <a:cs typeface="Arial"/>
                <a:sym typeface="Arial"/>
              </a:rPr>
              <a:t> Animal</a:t>
            </a:r>
            <a:r>
              <a:rPr b="1" i="0" lang="en-US" sz="1600" u="none" cap="none" strike="noStrike">
                <a:solidFill>
                  <a:srgbClr val="000080"/>
                </a:solidFill>
                <a:highlight>
                  <a:srgbClr val="FFFFFF"/>
                </a:highlight>
                <a:latin typeface="Arial"/>
                <a:ea typeface="Arial"/>
                <a:cs typeface="Arial"/>
                <a:sym typeface="Arial"/>
              </a:rPr>
              <a:t>{</a:t>
            </a:r>
            <a:endParaRPr b="0" i="0" sz="1600" u="none" cap="none" strike="noStrike">
              <a:solidFill>
                <a:srgbClr val="000000"/>
              </a:solidFill>
              <a:highlight>
                <a:srgbClr val="FFFFFF"/>
              </a:highlight>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highlight>
                  <a:srgbClr val="FFFFFF"/>
                </a:highlight>
                <a:latin typeface="Arial"/>
                <a:ea typeface="Arial"/>
                <a:cs typeface="Arial"/>
                <a:sym typeface="Arial"/>
              </a:rPr>
              <a:t>           </a:t>
            </a:r>
            <a:r>
              <a:rPr b="0" i="0" lang="en-US" sz="1600" u="none" cap="none" strike="noStrike">
                <a:solidFill>
                  <a:srgbClr val="008000"/>
                </a:solidFill>
                <a:highlight>
                  <a:srgbClr val="FFFFFF"/>
                </a:highlight>
                <a:latin typeface="Arial"/>
                <a:ea typeface="Arial"/>
                <a:cs typeface="Arial"/>
                <a:sym typeface="Arial"/>
              </a:rPr>
              <a:t>//Fill in content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highlight>
                  <a:srgbClr val="FFFFFF"/>
                </a:highlight>
                <a:latin typeface="Arial"/>
                <a:ea typeface="Arial"/>
                <a:cs typeface="Arial"/>
                <a:sym typeface="Arial"/>
              </a:rPr>
              <a:t>      </a:t>
            </a:r>
            <a:r>
              <a:rPr b="1" i="0" lang="en-US" sz="1600" u="none" cap="none" strike="noStrike">
                <a:solidFill>
                  <a:srgbClr val="000080"/>
                </a:solidFill>
                <a:highlight>
                  <a:srgbClr val="FFFFFF"/>
                </a:highlight>
                <a:latin typeface="Arial"/>
                <a:ea typeface="Arial"/>
                <a:cs typeface="Arial"/>
                <a:sym typeface="Arial"/>
              </a:rPr>
              <a:t>}</a:t>
            </a:r>
            <a:endParaRPr b="0" i="0" sz="1600" u="none" cap="none" strike="noStrike">
              <a:solidFill>
                <a:srgbClr val="000000"/>
              </a:solidFill>
              <a:highlight>
                <a:srgbClr val="FFFFFF"/>
              </a:highlight>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highlight>
                  <a:srgbClr val="FFFFFF"/>
                </a:highlight>
                <a:latin typeface="Arial"/>
                <a:ea typeface="Arial"/>
                <a:cs typeface="Arial"/>
                <a:sym typeface="Arial"/>
              </a:rPr>
              <a:t>      </a:t>
            </a:r>
            <a:r>
              <a:rPr b="0" i="0" lang="en-US" sz="1600" u="none" cap="none" strike="noStrike">
                <a:solidFill>
                  <a:srgbClr val="008000"/>
                </a:solidFill>
                <a:highlight>
                  <a:srgbClr val="FFFFFF"/>
                </a:highlight>
                <a:latin typeface="Arial"/>
                <a:ea typeface="Arial"/>
                <a:cs typeface="Arial"/>
                <a:sym typeface="Arial"/>
              </a:rPr>
              <a:t>// Instantiating objects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highlight>
                  <a:srgbClr val="FFFFFF"/>
                </a:highlight>
                <a:latin typeface="Arial"/>
                <a:ea typeface="Arial"/>
                <a:cs typeface="Arial"/>
                <a:sym typeface="Arial"/>
              </a:rPr>
              <a:t>      </a:t>
            </a:r>
            <a:r>
              <a:rPr b="1" i="0" lang="en-US" sz="1600" u="none" cap="none" strike="noStrike">
                <a:solidFill>
                  <a:srgbClr val="0000FF"/>
                </a:solidFill>
                <a:highlight>
                  <a:srgbClr val="FFFFFF"/>
                </a:highlight>
                <a:latin typeface="Arial"/>
                <a:ea typeface="Arial"/>
                <a:cs typeface="Arial"/>
                <a:sym typeface="Arial"/>
              </a:rPr>
              <a:t>var</a:t>
            </a:r>
            <a:r>
              <a:rPr b="0" i="0" lang="en-US" sz="1600" u="none" cap="none" strike="noStrike">
                <a:solidFill>
                  <a:srgbClr val="000000"/>
                </a:solidFill>
                <a:highlight>
                  <a:srgbClr val="FFFFFF"/>
                </a:highlight>
                <a:latin typeface="Arial"/>
                <a:ea typeface="Arial"/>
                <a:cs typeface="Arial"/>
                <a:sym typeface="Arial"/>
              </a:rPr>
              <a:t> dog</a:t>
            </a:r>
            <a:r>
              <a:rPr b="1" i="0" lang="en-US" sz="1600" u="none" cap="none" strike="noStrike">
                <a:solidFill>
                  <a:srgbClr val="000080"/>
                </a:solidFill>
                <a:highlight>
                  <a:srgbClr val="FFFFFF"/>
                </a:highlight>
                <a:latin typeface="Arial"/>
                <a:ea typeface="Arial"/>
                <a:cs typeface="Arial"/>
                <a:sym typeface="Arial"/>
              </a:rPr>
              <a:t>=</a:t>
            </a:r>
            <a:r>
              <a:rPr b="1" i="0" lang="en-US" sz="1600" u="none" cap="none" strike="noStrike">
                <a:solidFill>
                  <a:srgbClr val="0000FF"/>
                </a:solidFill>
                <a:highlight>
                  <a:srgbClr val="FFFFFF"/>
                </a:highlight>
                <a:latin typeface="Arial"/>
                <a:ea typeface="Arial"/>
                <a:cs typeface="Arial"/>
                <a:sym typeface="Arial"/>
              </a:rPr>
              <a:t>new</a:t>
            </a:r>
            <a:r>
              <a:rPr b="0" i="0" lang="en-US" sz="1600" u="none" cap="none" strike="noStrike">
                <a:solidFill>
                  <a:srgbClr val="000000"/>
                </a:solidFill>
                <a:highlight>
                  <a:srgbClr val="FFFFFF"/>
                </a:highlight>
                <a:latin typeface="Arial"/>
                <a:ea typeface="Arial"/>
                <a:cs typeface="Arial"/>
                <a:sym typeface="Arial"/>
              </a:rPr>
              <a:t> Animal</a:t>
            </a:r>
            <a:r>
              <a:rPr b="1" i="0" lang="en-US" sz="1600" u="none" cap="none" strike="noStrike">
                <a:solidFill>
                  <a:srgbClr val="000080"/>
                </a:solidFill>
                <a:highlight>
                  <a:srgbClr val="FFFFFF"/>
                </a:highlight>
                <a:latin typeface="Arial"/>
                <a:ea typeface="Arial"/>
                <a:cs typeface="Arial"/>
                <a:sym typeface="Arial"/>
              </a:rPr>
              <a:t>();</a:t>
            </a:r>
            <a:endParaRPr b="0" i="0" sz="1600" u="none" cap="none" strike="noStrike">
              <a:solidFill>
                <a:srgbClr val="000000"/>
              </a:solidFill>
              <a:highlight>
                <a:srgbClr val="FFFFFF"/>
              </a:highlight>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rgbClr val="000080"/>
                </a:solidFill>
                <a:highlight>
                  <a:srgbClr val="FFFFFF"/>
                </a:highlight>
                <a:latin typeface="Arial"/>
                <a:ea typeface="Arial"/>
                <a:cs typeface="Arial"/>
                <a:sym typeface="Arial"/>
              </a:rPr>
              <a:t>&lt;/</a:t>
            </a:r>
            <a:r>
              <a:rPr b="0" i="0" lang="en-US" sz="1600" u="none" cap="none" strike="noStrike">
                <a:solidFill>
                  <a:srgbClr val="000000"/>
                </a:solidFill>
                <a:highlight>
                  <a:srgbClr val="FFFFFF"/>
                </a:highlight>
                <a:latin typeface="Arial"/>
                <a:ea typeface="Arial"/>
                <a:cs typeface="Arial"/>
                <a:sym typeface="Arial"/>
              </a:rPr>
              <a:t>script</a:t>
            </a:r>
            <a:r>
              <a:rPr b="1" i="0" lang="en-US" sz="1600" u="none" cap="none" strike="noStrike">
                <a:solidFill>
                  <a:srgbClr val="000080"/>
                </a:solidFill>
                <a:highlight>
                  <a:srgbClr val="FFFFFF"/>
                </a:highlight>
                <a:latin typeface="Arial"/>
                <a:ea typeface="Arial"/>
                <a:cs typeface="Arial"/>
                <a:sym typeface="Arial"/>
              </a:rPr>
              <a:t>&gt;</a:t>
            </a:r>
            <a:endParaRPr b="0" i="0" sz="1600" u="none" cap="none" strike="noStrike">
              <a:solidFill>
                <a:srgbClr val="000000"/>
              </a:solidFill>
              <a:highlight>
                <a:srgbClr val="FFFFFF"/>
              </a:highlight>
              <a:latin typeface="Arial"/>
              <a:ea typeface="Arial"/>
              <a:cs typeface="Arial"/>
              <a:sym typeface="Arial"/>
            </a:endParaRPr>
          </a:p>
        </p:txBody>
      </p:sp>
      <p:sp>
        <p:nvSpPr>
          <p:cNvPr id="184" name="Google Shape;184;p10"/>
          <p:cNvSpPr txBox="1"/>
          <p:nvPr/>
        </p:nvSpPr>
        <p:spPr>
          <a:xfrm>
            <a:off x="5739108" y="2840203"/>
            <a:ext cx="5642936" cy="2425233"/>
          </a:xfrm>
          <a:prstGeom prst="rect">
            <a:avLst/>
          </a:prstGeom>
          <a:noFill/>
          <a:ln>
            <a:noFill/>
          </a:ln>
        </p:spPr>
        <p:txBody>
          <a:bodyPr anchorCtr="0" anchor="t" bIns="45700" lIns="91425" spcFirstLastPara="1" rIns="91425" wrap="square" tIns="45700">
            <a:noAutofit/>
          </a:bodyPr>
          <a:lstStyle/>
          <a:p>
            <a:pPr indent="0" lvl="0" marL="114300" marR="0" rtl="0" algn="l">
              <a:lnSpc>
                <a:spcPct val="90000"/>
              </a:lnSpc>
              <a:spcBef>
                <a:spcPts val="1000"/>
              </a:spcBef>
              <a:spcAft>
                <a:spcPts val="0"/>
              </a:spcAft>
              <a:buClr>
                <a:schemeClr val="dk1"/>
              </a:buClr>
              <a:buSzPts val="1800"/>
              <a:buFont typeface="Arial"/>
              <a:buNone/>
            </a:pPr>
            <a:r>
              <a:rPr b="0" i="0" lang="en-US" sz="2000" u="none" cap="none" strike="noStrike">
                <a:solidFill>
                  <a:srgbClr val="000000"/>
                </a:solidFill>
                <a:latin typeface="Arial"/>
                <a:ea typeface="Arial"/>
                <a:cs typeface="Arial"/>
                <a:sym typeface="Arial"/>
              </a:rPr>
              <a:t>Attention points:</a:t>
            </a:r>
            <a:endParaRPr b="0" i="0" sz="2000" u="none" cap="none" strike="noStrike">
              <a:solidFill>
                <a:srgbClr val="000000"/>
              </a:solidFill>
              <a:latin typeface="Arial"/>
              <a:ea typeface="Arial"/>
              <a:cs typeface="Arial"/>
              <a:sym typeface="Arial"/>
            </a:endParaRPr>
          </a:p>
          <a:p>
            <a:pPr indent="-342900" lvl="0" marL="457200" marR="0" rtl="0" algn="l">
              <a:lnSpc>
                <a:spcPct val="90000"/>
              </a:lnSpc>
              <a:spcBef>
                <a:spcPts val="1000"/>
              </a:spcBef>
              <a:spcAft>
                <a:spcPts val="0"/>
              </a:spcAft>
              <a:buClr>
                <a:schemeClr val="dk1"/>
              </a:buClr>
              <a:buSzPts val="1800"/>
              <a:buFont typeface="Arial"/>
              <a:buChar char="•"/>
            </a:pPr>
            <a:r>
              <a:rPr b="0" i="0" lang="en-US" sz="1800" u="none" cap="none" strike="noStrike">
                <a:solidFill>
                  <a:srgbClr val="333333"/>
                </a:solidFill>
                <a:latin typeface="Arial"/>
                <a:ea typeface="Arial"/>
                <a:cs typeface="Arial"/>
                <a:sym typeface="Arial"/>
              </a:rPr>
              <a:t>names are best capitalized!!</a:t>
            </a:r>
            <a:endParaRPr b="0" i="0" sz="1800" u="none" cap="none" strike="noStrike">
              <a:solidFill>
                <a:srgbClr val="000000"/>
              </a:solidFill>
              <a:latin typeface="Arial"/>
              <a:ea typeface="Arial"/>
              <a:cs typeface="Arial"/>
              <a:sym typeface="Arial"/>
            </a:endParaRPr>
          </a:p>
          <a:p>
            <a:pPr indent="-342900" lvl="0" marL="457200" marR="0" rtl="0" algn="l">
              <a:lnSpc>
                <a:spcPct val="90000"/>
              </a:lnSpc>
              <a:spcBef>
                <a:spcPts val="1000"/>
              </a:spcBef>
              <a:spcAft>
                <a:spcPts val="0"/>
              </a:spcAft>
              <a:buClr>
                <a:schemeClr val="dk1"/>
              </a:buClr>
              <a:buSzPts val="1800"/>
              <a:buFont typeface="Arial"/>
              <a:buChar char="•"/>
            </a:pPr>
            <a:r>
              <a:rPr b="0" i="0" lang="en-US" sz="1800" u="none" cap="none" strike="noStrike">
                <a:solidFill>
                  <a:srgbClr val="333333"/>
                </a:solidFill>
                <a:latin typeface="Arial"/>
                <a:ea typeface="Arial"/>
                <a:cs typeface="Arial"/>
                <a:sym typeface="Arial"/>
              </a:rPr>
              <a:t>The class name is directly followed by curly braces, without the need for parentheses</a:t>
            </a:r>
            <a:endParaRPr b="0" i="0" sz="1800" u="none" cap="none" strike="noStrike">
              <a:solidFill>
                <a:srgbClr val="000000"/>
              </a:solidFill>
              <a:latin typeface="Arial"/>
              <a:ea typeface="Arial"/>
              <a:cs typeface="Arial"/>
              <a:sym typeface="Arial"/>
            </a:endParaRPr>
          </a:p>
          <a:p>
            <a:pPr indent="-342900" lvl="0" marL="457200" marR="0" rtl="0" algn="l">
              <a:lnSpc>
                <a:spcPct val="90000"/>
              </a:lnSpc>
              <a:spcBef>
                <a:spcPts val="1000"/>
              </a:spcBef>
              <a:spcAft>
                <a:spcPts val="0"/>
              </a:spcAft>
              <a:buClr>
                <a:schemeClr val="dk1"/>
              </a:buClr>
              <a:buSzPts val="1800"/>
              <a:buFont typeface="Arial"/>
              <a:buChar char="•"/>
            </a:pPr>
            <a:r>
              <a:rPr b="0" i="0" lang="en-US" sz="1800" u="none" cap="none" strike="noStrike">
                <a:solidFill>
                  <a:srgbClr val="333333"/>
                </a:solidFill>
                <a:latin typeface="Arial"/>
                <a:ea typeface="Arial"/>
                <a:cs typeface="Arial"/>
                <a:sym typeface="Arial"/>
              </a:rPr>
              <a:t>Instantiated objects must use the keyword new</a:t>
            </a:r>
            <a:endParaRPr b="0" i="0" sz="1800" u="none" cap="none" strike="noStrike">
              <a:solidFill>
                <a:srgbClr val="000000"/>
              </a:solidFill>
              <a:latin typeface="Arial"/>
              <a:ea typeface="Arial"/>
              <a:cs typeface="Arial"/>
              <a:sym typeface="Arial"/>
            </a:endParaRPr>
          </a:p>
          <a:p>
            <a:pPr indent="-342900" lvl="0" marL="457200" marR="0" rtl="0" algn="l">
              <a:lnSpc>
                <a:spcPct val="90000"/>
              </a:lnSpc>
              <a:spcBef>
                <a:spcPts val="1000"/>
              </a:spcBef>
              <a:spcAft>
                <a:spcPts val="0"/>
              </a:spcAft>
              <a:buClr>
                <a:schemeClr val="dk1"/>
              </a:buClr>
              <a:buSzPts val="1800"/>
              <a:buFont typeface="Arial"/>
              <a:buChar char="•"/>
            </a:pPr>
            <a:r>
              <a:rPr b="0" i="0" lang="en-US" sz="1800" u="none" cap="none" strike="noStrike">
                <a:solidFill>
                  <a:srgbClr val="333333"/>
                </a:solidFill>
                <a:latin typeface="Arial"/>
                <a:ea typeface="Arial"/>
                <a:cs typeface="Arial"/>
                <a:sym typeface="Arial"/>
              </a:rPr>
              <a:t>Instantiating objects with parentheses</a:t>
            </a:r>
            <a:endParaRPr b="0" i="0" sz="1800" u="none" cap="none" strike="noStrike">
              <a:solidFill>
                <a:srgbClr val="333333"/>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11"/>
          <p:cNvSpPr txBox="1"/>
          <p:nvPr>
            <p:ph type="title"/>
          </p:nvPr>
        </p:nvSpPr>
        <p:spPr>
          <a:xfrm>
            <a:off x="1072662" y="365125"/>
            <a:ext cx="10281000" cy="1325700"/>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Clr>
                <a:schemeClr val="dk1"/>
              </a:buClr>
              <a:buSzPts val="4400"/>
              <a:buFont typeface="Arial"/>
              <a:buNone/>
            </a:pPr>
            <a:r>
              <a:rPr lang="en-US"/>
              <a:t>Class &amp; Objects</a:t>
            </a:r>
            <a:endParaRPr/>
          </a:p>
        </p:txBody>
      </p:sp>
      <p:sp>
        <p:nvSpPr>
          <p:cNvPr id="190" name="Google Shape;190;p11"/>
          <p:cNvSpPr txBox="1"/>
          <p:nvPr>
            <p:ph idx="1" type="body"/>
          </p:nvPr>
        </p:nvSpPr>
        <p:spPr>
          <a:xfrm>
            <a:off x="1257315" y="1453133"/>
            <a:ext cx="10247579" cy="1048294"/>
          </a:xfrm>
          <a:prstGeom prst="rect">
            <a:avLst/>
          </a:prstGeom>
          <a:noFill/>
          <a:ln>
            <a:noFill/>
          </a:ln>
        </p:spPr>
        <p:txBody>
          <a:bodyPr anchorCtr="0" anchor="t" bIns="45700" lIns="91425" spcFirstLastPara="1" rIns="91425" wrap="square" tIns="45700">
            <a:noAutofit/>
          </a:bodyPr>
          <a:lstStyle/>
          <a:p>
            <a:pPr indent="0" lvl="0" marL="114300" rtl="0" algn="l">
              <a:lnSpc>
                <a:spcPct val="90000"/>
              </a:lnSpc>
              <a:spcBef>
                <a:spcPts val="1000"/>
              </a:spcBef>
              <a:spcAft>
                <a:spcPts val="0"/>
              </a:spcAft>
              <a:buSzPts val="1800"/>
              <a:buNone/>
            </a:pPr>
            <a:r>
              <a:rPr b="0" i="0" lang="en-US" sz="1800">
                <a:solidFill>
                  <a:srgbClr val="000000"/>
                </a:solidFill>
              </a:rPr>
              <a:t>Constructor</a:t>
            </a:r>
            <a:r>
              <a:rPr lang="en-US" sz="1800">
                <a:solidFill>
                  <a:srgbClr val="000000"/>
                </a:solidFill>
              </a:rPr>
              <a:t> </a:t>
            </a:r>
            <a:endParaRPr sz="1800"/>
          </a:p>
          <a:p>
            <a:pPr indent="0" lvl="0" marL="114300" rtl="0" algn="l">
              <a:lnSpc>
                <a:spcPct val="90000"/>
              </a:lnSpc>
              <a:spcBef>
                <a:spcPts val="1000"/>
              </a:spcBef>
              <a:spcAft>
                <a:spcPts val="0"/>
              </a:spcAft>
              <a:buSzPts val="1800"/>
              <a:buNone/>
            </a:pPr>
            <a:r>
              <a:rPr lang="en-US" sz="1600">
                <a:solidFill>
                  <a:srgbClr val="333333"/>
                </a:solidFill>
                <a:latin typeface="Arial"/>
                <a:ea typeface="Arial"/>
                <a:cs typeface="Arial"/>
                <a:sym typeface="Arial"/>
              </a:rPr>
              <a:t>Constructor is the default constructor of a class, used to pass parameters and return them to the instance object. When using new to generate the instance object, this method is automatically called. If the method is not explicitly written in the class, the system will also create a default method</a:t>
            </a:r>
            <a:endParaRPr sz="1600"/>
          </a:p>
          <a:p>
            <a:pPr indent="0" lvl="0" marL="114300" rtl="0" algn="l">
              <a:lnSpc>
                <a:spcPct val="90000"/>
              </a:lnSpc>
              <a:spcBef>
                <a:spcPts val="1000"/>
              </a:spcBef>
              <a:spcAft>
                <a:spcPts val="0"/>
              </a:spcAft>
              <a:buSzPts val="1800"/>
              <a:buNone/>
            </a:pPr>
            <a:r>
              <a:t/>
            </a:r>
            <a:endParaRPr b="0" i="0" sz="1200">
              <a:solidFill>
                <a:srgbClr val="333333"/>
              </a:solidFill>
              <a:latin typeface="Arial"/>
              <a:ea typeface="Arial"/>
              <a:cs typeface="Arial"/>
              <a:sym typeface="Arial"/>
            </a:endParaRPr>
          </a:p>
        </p:txBody>
      </p:sp>
      <p:sp>
        <p:nvSpPr>
          <p:cNvPr id="191" name="Google Shape;191;p11"/>
          <p:cNvSpPr/>
          <p:nvPr/>
        </p:nvSpPr>
        <p:spPr>
          <a:xfrm rot="10800000">
            <a:off x="-12" y="5555555"/>
            <a:ext cx="12192012" cy="1325592"/>
          </a:xfrm>
          <a:prstGeom prst="flowChartDocumen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pic>
        <p:nvPicPr>
          <p:cNvPr id="192" name="Google Shape;192;p11"/>
          <p:cNvPicPr preferRelativeResize="0"/>
          <p:nvPr/>
        </p:nvPicPr>
        <p:blipFill rotWithShape="1">
          <a:blip r:embed="rId3">
            <a:alphaModFix/>
          </a:blip>
          <a:srcRect b="0" l="0" r="0" t="0"/>
          <a:stretch/>
        </p:blipFill>
        <p:spPr>
          <a:xfrm>
            <a:off x="422031" y="4662198"/>
            <a:ext cx="2218949" cy="2218949"/>
          </a:xfrm>
          <a:prstGeom prst="rect">
            <a:avLst/>
          </a:prstGeom>
          <a:noFill/>
          <a:ln>
            <a:noFill/>
          </a:ln>
        </p:spPr>
      </p:pic>
      <p:sp>
        <p:nvSpPr>
          <p:cNvPr id="193" name="Google Shape;193;p11"/>
          <p:cNvSpPr txBox="1"/>
          <p:nvPr/>
        </p:nvSpPr>
        <p:spPr>
          <a:xfrm>
            <a:off x="1450195" y="2584182"/>
            <a:ext cx="3861388" cy="230832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highlight>
                  <a:srgbClr val="FFFFFF"/>
                </a:highlight>
                <a:latin typeface="Arial"/>
                <a:ea typeface="Arial"/>
                <a:cs typeface="Arial"/>
                <a:sym typeface="Arial"/>
              </a:rPr>
              <a:t>script</a:t>
            </a:r>
            <a:r>
              <a:rPr b="1" i="0" lang="en-US" sz="1600" u="none" cap="none" strike="noStrike">
                <a:solidFill>
                  <a:srgbClr val="000080"/>
                </a:solidFill>
                <a:highlight>
                  <a:srgbClr val="FFFFFF"/>
                </a:highlight>
                <a:latin typeface="Arial"/>
                <a:ea typeface="Arial"/>
                <a:cs typeface="Arial"/>
                <a:sym typeface="Arial"/>
              </a:rPr>
              <a:t>&gt;</a:t>
            </a:r>
            <a:endParaRPr b="0" i="0" sz="1600" u="none" cap="none" strike="noStrike">
              <a:solidFill>
                <a:srgbClr val="000000"/>
              </a:solidFill>
              <a:highlight>
                <a:srgbClr val="FFFFFF"/>
              </a:highlight>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highlight>
                  <a:srgbClr val="FFFFFF"/>
                </a:highlight>
                <a:latin typeface="Arial"/>
                <a:ea typeface="Arial"/>
                <a:cs typeface="Arial"/>
                <a:sym typeface="Arial"/>
              </a:rPr>
              <a:t>      </a:t>
            </a:r>
            <a:r>
              <a:rPr b="1" i="0" lang="en-US" sz="1600" u="none" cap="none" strike="noStrike">
                <a:solidFill>
                  <a:srgbClr val="0000FF"/>
                </a:solidFill>
                <a:highlight>
                  <a:srgbClr val="FFFFFF"/>
                </a:highlight>
                <a:latin typeface="Arial"/>
                <a:ea typeface="Arial"/>
                <a:cs typeface="Arial"/>
                <a:sym typeface="Arial"/>
              </a:rPr>
              <a:t>class</a:t>
            </a:r>
            <a:r>
              <a:rPr b="0" i="0" lang="en-US" sz="1600" u="none" cap="none" strike="noStrike">
                <a:solidFill>
                  <a:srgbClr val="000000"/>
                </a:solidFill>
                <a:highlight>
                  <a:srgbClr val="FFFFFF"/>
                </a:highlight>
                <a:latin typeface="Arial"/>
                <a:ea typeface="Arial"/>
                <a:cs typeface="Arial"/>
                <a:sym typeface="Arial"/>
              </a:rPr>
              <a:t> Animal</a:t>
            </a:r>
            <a:r>
              <a:rPr b="1" i="0" lang="en-US" sz="1600" u="none" cap="none" strike="noStrike">
                <a:solidFill>
                  <a:srgbClr val="000080"/>
                </a:solidFill>
                <a:highlight>
                  <a:srgbClr val="FFFFFF"/>
                </a:highlight>
                <a:latin typeface="Arial"/>
                <a:ea typeface="Arial"/>
                <a:cs typeface="Arial"/>
                <a:sym typeface="Arial"/>
              </a:rPr>
              <a:t>{</a:t>
            </a:r>
            <a:endParaRPr b="0" i="0" sz="1600" u="none" cap="none" strike="noStrike">
              <a:solidFill>
                <a:srgbClr val="000000"/>
              </a:solidFill>
              <a:highlight>
                <a:srgbClr val="FFFFFF"/>
              </a:highlight>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highlight>
                  <a:srgbClr val="FFFFFF"/>
                </a:highlight>
                <a:latin typeface="Arial"/>
                <a:ea typeface="Arial"/>
                <a:cs typeface="Arial"/>
                <a:sym typeface="Arial"/>
              </a:rPr>
              <a:t>           </a:t>
            </a:r>
            <a:r>
              <a:rPr b="1" i="0" lang="en-US" sz="1600" u="none" cap="none" strike="noStrike">
                <a:solidFill>
                  <a:srgbClr val="804000"/>
                </a:solidFill>
                <a:highlight>
                  <a:srgbClr val="FFFFFF"/>
                </a:highlight>
                <a:latin typeface="Arial"/>
                <a:ea typeface="Arial"/>
                <a:cs typeface="Arial"/>
                <a:sym typeface="Arial"/>
              </a:rPr>
              <a:t>constructor</a:t>
            </a:r>
            <a:r>
              <a:rPr b="1" i="0" lang="en-US" sz="1600" u="none" cap="none" strike="noStrike">
                <a:solidFill>
                  <a:srgbClr val="000080"/>
                </a:solidFill>
                <a:highlight>
                  <a:srgbClr val="FFFFFF"/>
                </a:highlight>
                <a:latin typeface="Arial"/>
                <a:ea typeface="Arial"/>
                <a:cs typeface="Arial"/>
                <a:sym typeface="Arial"/>
              </a:rPr>
              <a:t>(</a:t>
            </a:r>
            <a:r>
              <a:rPr b="0" i="0" lang="en-US" sz="1600" u="none" cap="none" strike="noStrike">
                <a:solidFill>
                  <a:srgbClr val="000000"/>
                </a:solidFill>
                <a:highlight>
                  <a:srgbClr val="FFFFFF"/>
                </a:highlight>
                <a:latin typeface="Arial"/>
                <a:ea typeface="Arial"/>
                <a:cs typeface="Arial"/>
                <a:sym typeface="Arial"/>
              </a:rPr>
              <a:t>uname</a:t>
            </a:r>
            <a:r>
              <a:rPr b="1" i="0" lang="en-US" sz="1600" u="none" cap="none" strike="noStrike">
                <a:solidFill>
                  <a:srgbClr val="000080"/>
                </a:solidFill>
                <a:highlight>
                  <a:srgbClr val="FFFFFF"/>
                </a:highlight>
                <a:latin typeface="Arial"/>
                <a:ea typeface="Arial"/>
                <a:cs typeface="Arial"/>
                <a:sym typeface="Arial"/>
              </a:rPr>
              <a:t>){</a:t>
            </a:r>
            <a:endParaRPr b="0" i="0" sz="1600" u="none" cap="none" strike="noStrike">
              <a:solidFill>
                <a:srgbClr val="000000"/>
              </a:solidFill>
              <a:highlight>
                <a:srgbClr val="FFFFFF"/>
              </a:highlight>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highlight>
                  <a:srgbClr val="FFFFFF"/>
                </a:highlight>
                <a:latin typeface="Arial"/>
                <a:ea typeface="Arial"/>
                <a:cs typeface="Arial"/>
                <a:sym typeface="Arial"/>
              </a:rPr>
              <a:t>               </a:t>
            </a:r>
            <a:r>
              <a:rPr b="1" i="0" lang="en-US" sz="1600" u="none" cap="none" strike="noStrike">
                <a:solidFill>
                  <a:srgbClr val="0000FF"/>
                </a:solidFill>
                <a:highlight>
                  <a:srgbClr val="FFFFFF"/>
                </a:highlight>
                <a:latin typeface="Arial"/>
                <a:ea typeface="Arial"/>
                <a:cs typeface="Arial"/>
                <a:sym typeface="Arial"/>
              </a:rPr>
              <a:t>this</a:t>
            </a:r>
            <a:r>
              <a:rPr b="1" i="0" lang="en-US" sz="1600" u="none" cap="none" strike="noStrike">
                <a:solidFill>
                  <a:srgbClr val="000080"/>
                </a:solidFill>
                <a:highlight>
                  <a:srgbClr val="FFFFFF"/>
                </a:highlight>
                <a:latin typeface="Arial"/>
                <a:ea typeface="Arial"/>
                <a:cs typeface="Arial"/>
                <a:sym typeface="Arial"/>
              </a:rPr>
              <a:t>.</a:t>
            </a:r>
            <a:r>
              <a:rPr b="0" i="0" lang="en-US" sz="1600" u="none" cap="none" strike="noStrike">
                <a:solidFill>
                  <a:srgbClr val="000000"/>
                </a:solidFill>
                <a:highlight>
                  <a:srgbClr val="FFFFFF"/>
                </a:highlight>
                <a:latin typeface="Arial"/>
                <a:ea typeface="Arial"/>
                <a:cs typeface="Arial"/>
                <a:sym typeface="Arial"/>
              </a:rPr>
              <a:t>uname</a:t>
            </a:r>
            <a:r>
              <a:rPr b="1" i="0" lang="en-US" sz="1600" u="none" cap="none" strike="noStrike">
                <a:solidFill>
                  <a:srgbClr val="000080"/>
                </a:solidFill>
                <a:highlight>
                  <a:srgbClr val="FFFFFF"/>
                </a:highlight>
                <a:latin typeface="Arial"/>
                <a:ea typeface="Arial"/>
                <a:cs typeface="Arial"/>
                <a:sym typeface="Arial"/>
              </a:rPr>
              <a:t>=</a:t>
            </a:r>
            <a:r>
              <a:rPr b="0" i="0" lang="en-US" sz="1600" u="none" cap="none" strike="noStrike">
                <a:solidFill>
                  <a:srgbClr val="000000"/>
                </a:solidFill>
                <a:highlight>
                  <a:srgbClr val="FFFFFF"/>
                </a:highlight>
                <a:latin typeface="Arial"/>
                <a:ea typeface="Arial"/>
                <a:cs typeface="Arial"/>
                <a:sym typeface="Arial"/>
              </a:rPr>
              <a:t>uname</a:t>
            </a:r>
            <a:r>
              <a:rPr b="1" i="0" lang="en-US" sz="1600" u="none" cap="none" strike="noStrike">
                <a:solidFill>
                  <a:srgbClr val="000080"/>
                </a:solidFill>
                <a:highlight>
                  <a:srgbClr val="FFFFFF"/>
                </a:highlight>
                <a:latin typeface="Arial"/>
                <a:ea typeface="Arial"/>
                <a:cs typeface="Arial"/>
                <a:sym typeface="Arial"/>
              </a:rPr>
              <a:t>;</a:t>
            </a:r>
            <a:endParaRPr b="0" i="0" sz="1600" u="none" cap="none" strike="noStrike">
              <a:solidFill>
                <a:srgbClr val="000000"/>
              </a:solidFill>
              <a:highlight>
                <a:srgbClr val="FFFFFF"/>
              </a:highlight>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highlight>
                  <a:srgbClr val="FFFFFF"/>
                </a:highlight>
                <a:latin typeface="Arial"/>
                <a:ea typeface="Arial"/>
                <a:cs typeface="Arial"/>
                <a:sym typeface="Arial"/>
              </a:rPr>
              <a:t>           </a:t>
            </a:r>
            <a:r>
              <a:rPr b="1" i="0" lang="en-US" sz="1600" u="none" cap="none" strike="noStrike">
                <a:solidFill>
                  <a:srgbClr val="000080"/>
                </a:solidFill>
                <a:highlight>
                  <a:srgbClr val="FFFFFF"/>
                </a:highlight>
                <a:latin typeface="Arial"/>
                <a:ea typeface="Arial"/>
                <a:cs typeface="Arial"/>
                <a:sym typeface="Arial"/>
              </a:rPr>
              <a:t>}</a:t>
            </a:r>
            <a:endParaRPr b="0" i="0" sz="1600" u="none" cap="none" strike="noStrike">
              <a:solidFill>
                <a:srgbClr val="000000"/>
              </a:solidFill>
              <a:highlight>
                <a:srgbClr val="FFFFFF"/>
              </a:highlight>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highlight>
                  <a:srgbClr val="FFFFFF"/>
                </a:highlight>
                <a:latin typeface="Arial"/>
                <a:ea typeface="Arial"/>
                <a:cs typeface="Arial"/>
                <a:sym typeface="Arial"/>
              </a:rPr>
              <a:t>      </a:t>
            </a:r>
            <a:r>
              <a:rPr b="1" i="0" lang="en-US" sz="1600" u="none" cap="none" strike="noStrike">
                <a:solidFill>
                  <a:srgbClr val="000080"/>
                </a:solidFill>
                <a:highlight>
                  <a:srgbClr val="FFFFFF"/>
                </a:highlight>
                <a:latin typeface="Arial"/>
                <a:ea typeface="Arial"/>
                <a:cs typeface="Arial"/>
                <a:sym typeface="Arial"/>
              </a:rPr>
              <a:t>}</a:t>
            </a:r>
            <a:endParaRPr b="0" i="0" sz="1600" u="none" cap="none" strike="noStrike">
              <a:solidFill>
                <a:srgbClr val="000000"/>
              </a:solidFill>
              <a:highlight>
                <a:srgbClr val="FFFFFF"/>
              </a:highlight>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highlight>
                  <a:srgbClr val="FFFFFF"/>
                </a:highlight>
                <a:latin typeface="Arial"/>
                <a:ea typeface="Arial"/>
                <a:cs typeface="Arial"/>
                <a:sym typeface="Arial"/>
              </a:rPr>
              <a:t>      </a:t>
            </a:r>
            <a:r>
              <a:rPr b="1" i="0" lang="en-US" sz="1600" u="none" cap="none" strike="noStrike">
                <a:solidFill>
                  <a:srgbClr val="0000FF"/>
                </a:solidFill>
                <a:highlight>
                  <a:srgbClr val="FFFFFF"/>
                </a:highlight>
                <a:latin typeface="Arial"/>
                <a:ea typeface="Arial"/>
                <a:cs typeface="Arial"/>
                <a:sym typeface="Arial"/>
              </a:rPr>
              <a:t>var</a:t>
            </a:r>
            <a:r>
              <a:rPr b="0" i="0" lang="en-US" sz="1600" u="none" cap="none" strike="noStrike">
                <a:solidFill>
                  <a:srgbClr val="000000"/>
                </a:solidFill>
                <a:highlight>
                  <a:srgbClr val="FFFFFF"/>
                </a:highlight>
                <a:latin typeface="Arial"/>
                <a:ea typeface="Arial"/>
                <a:cs typeface="Arial"/>
                <a:sym typeface="Arial"/>
              </a:rPr>
              <a:t> dog</a:t>
            </a:r>
            <a:r>
              <a:rPr b="1" i="0" lang="en-US" sz="1600" u="none" cap="none" strike="noStrike">
                <a:solidFill>
                  <a:srgbClr val="000080"/>
                </a:solidFill>
                <a:highlight>
                  <a:srgbClr val="FFFFFF"/>
                </a:highlight>
                <a:latin typeface="Arial"/>
                <a:ea typeface="Arial"/>
                <a:cs typeface="Arial"/>
                <a:sym typeface="Arial"/>
              </a:rPr>
              <a:t>=</a:t>
            </a:r>
            <a:r>
              <a:rPr b="1" i="0" lang="en-US" sz="1600" u="none" cap="none" strike="noStrike">
                <a:solidFill>
                  <a:srgbClr val="0000FF"/>
                </a:solidFill>
                <a:highlight>
                  <a:srgbClr val="FFFFFF"/>
                </a:highlight>
                <a:latin typeface="Arial"/>
                <a:ea typeface="Arial"/>
                <a:cs typeface="Arial"/>
                <a:sym typeface="Arial"/>
              </a:rPr>
              <a:t>new</a:t>
            </a:r>
            <a:r>
              <a:rPr b="0" i="0" lang="en-US" sz="1600" u="none" cap="none" strike="noStrike">
                <a:solidFill>
                  <a:srgbClr val="000000"/>
                </a:solidFill>
                <a:highlight>
                  <a:srgbClr val="FFFFFF"/>
                </a:highlight>
                <a:latin typeface="Arial"/>
                <a:ea typeface="Arial"/>
                <a:cs typeface="Arial"/>
                <a:sym typeface="Arial"/>
              </a:rPr>
              <a:t> Animal</a:t>
            </a:r>
            <a:r>
              <a:rPr b="1" i="0" lang="en-US" sz="1600" u="none" cap="none" strike="noStrike">
                <a:solidFill>
                  <a:srgbClr val="000080"/>
                </a:solidFill>
                <a:highlight>
                  <a:srgbClr val="FFFFFF"/>
                </a:highlight>
                <a:latin typeface="Arial"/>
                <a:ea typeface="Arial"/>
                <a:cs typeface="Arial"/>
                <a:sym typeface="Arial"/>
              </a:rPr>
              <a:t>(</a:t>
            </a:r>
            <a:r>
              <a:rPr b="0" i="0" lang="en-US" sz="1600" u="none" cap="none" strike="noStrike">
                <a:solidFill>
                  <a:srgbClr val="808080"/>
                </a:solidFill>
                <a:highlight>
                  <a:srgbClr val="FFFFFF"/>
                </a:highlight>
                <a:latin typeface="Arial"/>
                <a:ea typeface="Arial"/>
                <a:cs typeface="Arial"/>
                <a:sym typeface="Arial"/>
              </a:rPr>
              <a:t>'Bob'</a:t>
            </a:r>
            <a:r>
              <a:rPr b="1" i="0" lang="en-US" sz="1600" u="none" cap="none" strike="noStrike">
                <a:solidFill>
                  <a:srgbClr val="000080"/>
                </a:solidFill>
                <a:highlight>
                  <a:srgbClr val="FFFFFF"/>
                </a:highlight>
                <a:latin typeface="Arial"/>
                <a:ea typeface="Arial"/>
                <a:cs typeface="Arial"/>
                <a:sym typeface="Arial"/>
              </a:rPr>
              <a:t>);</a:t>
            </a:r>
            <a:endParaRPr b="0" i="0" sz="1600" u="none" cap="none" strike="noStrike">
              <a:solidFill>
                <a:srgbClr val="000000"/>
              </a:solidFill>
              <a:highlight>
                <a:srgbClr val="FFFFFF"/>
              </a:highlight>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highlight>
                  <a:srgbClr val="FFFFFF"/>
                </a:highlight>
                <a:latin typeface="Arial"/>
                <a:ea typeface="Arial"/>
                <a:cs typeface="Arial"/>
                <a:sym typeface="Arial"/>
              </a:rPr>
              <a:t>      console</a:t>
            </a:r>
            <a:r>
              <a:rPr b="1" i="0" lang="en-US" sz="1600" u="none" cap="none" strike="noStrike">
                <a:solidFill>
                  <a:srgbClr val="000080"/>
                </a:solidFill>
                <a:highlight>
                  <a:srgbClr val="FFFFFF"/>
                </a:highlight>
                <a:latin typeface="Arial"/>
                <a:ea typeface="Arial"/>
                <a:cs typeface="Arial"/>
                <a:sym typeface="Arial"/>
              </a:rPr>
              <a:t>.</a:t>
            </a:r>
            <a:r>
              <a:rPr b="0" i="0" lang="en-US" sz="1600" u="none" cap="none" strike="noStrike">
                <a:solidFill>
                  <a:srgbClr val="000000"/>
                </a:solidFill>
                <a:highlight>
                  <a:srgbClr val="FFFFFF"/>
                </a:highlight>
                <a:latin typeface="Arial"/>
                <a:ea typeface="Arial"/>
                <a:cs typeface="Arial"/>
                <a:sym typeface="Arial"/>
              </a:rPr>
              <a:t>log</a:t>
            </a:r>
            <a:r>
              <a:rPr b="1" i="0" lang="en-US" sz="1600" u="none" cap="none" strike="noStrike">
                <a:solidFill>
                  <a:srgbClr val="000080"/>
                </a:solidFill>
                <a:highlight>
                  <a:srgbClr val="FFFFFF"/>
                </a:highlight>
                <a:latin typeface="Arial"/>
                <a:ea typeface="Arial"/>
                <a:cs typeface="Arial"/>
                <a:sym typeface="Arial"/>
              </a:rPr>
              <a:t>(</a:t>
            </a:r>
            <a:r>
              <a:rPr b="0" i="0" lang="en-US" sz="1600" u="none" cap="none" strike="noStrike">
                <a:solidFill>
                  <a:srgbClr val="000000"/>
                </a:solidFill>
                <a:highlight>
                  <a:srgbClr val="FFFFFF"/>
                </a:highlight>
                <a:latin typeface="Arial"/>
                <a:ea typeface="Arial"/>
                <a:cs typeface="Arial"/>
                <a:sym typeface="Arial"/>
              </a:rPr>
              <a:t>dog</a:t>
            </a:r>
            <a:r>
              <a:rPr b="1" i="0" lang="en-US" sz="1600" u="none" cap="none" strike="noStrike">
                <a:solidFill>
                  <a:srgbClr val="000080"/>
                </a:solidFill>
                <a:highlight>
                  <a:srgbClr val="FFFFFF"/>
                </a:highlight>
                <a:latin typeface="Arial"/>
                <a:ea typeface="Arial"/>
                <a:cs typeface="Arial"/>
                <a:sym typeface="Arial"/>
              </a:rPr>
              <a:t>.</a:t>
            </a:r>
            <a:r>
              <a:rPr b="0" i="0" lang="en-US" sz="1600" u="none" cap="none" strike="noStrike">
                <a:solidFill>
                  <a:srgbClr val="000000"/>
                </a:solidFill>
                <a:highlight>
                  <a:srgbClr val="FFFFFF"/>
                </a:highlight>
                <a:latin typeface="Arial"/>
                <a:ea typeface="Arial"/>
                <a:cs typeface="Arial"/>
                <a:sym typeface="Arial"/>
              </a:rPr>
              <a:t>uname</a:t>
            </a:r>
            <a:r>
              <a:rPr b="1" i="0" lang="en-US" sz="1600" u="none" cap="none" strike="noStrike">
                <a:solidFill>
                  <a:srgbClr val="000080"/>
                </a:solidFill>
                <a:highlight>
                  <a:srgbClr val="FFFFFF"/>
                </a:highlight>
                <a:latin typeface="Arial"/>
                <a:ea typeface="Arial"/>
                <a:cs typeface="Arial"/>
                <a:sym typeface="Arial"/>
              </a:rPr>
              <a:t>);</a:t>
            </a:r>
            <a:endParaRPr b="0" i="0" sz="1600" u="none" cap="none" strike="noStrike">
              <a:solidFill>
                <a:srgbClr val="000000"/>
              </a:solidFill>
              <a:highlight>
                <a:srgbClr val="FFFFFF"/>
              </a:highlight>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rgbClr val="000080"/>
                </a:solidFill>
                <a:highlight>
                  <a:srgbClr val="FFFFFF"/>
                </a:highlight>
                <a:latin typeface="Arial"/>
                <a:ea typeface="Arial"/>
                <a:cs typeface="Arial"/>
                <a:sym typeface="Arial"/>
              </a:rPr>
              <a:t>&lt;/</a:t>
            </a:r>
            <a:r>
              <a:rPr b="0" i="0" lang="en-US" sz="1600" u="none" cap="none" strike="noStrike">
                <a:solidFill>
                  <a:srgbClr val="000000"/>
                </a:solidFill>
                <a:highlight>
                  <a:srgbClr val="FFFFFF"/>
                </a:highlight>
                <a:latin typeface="Arial"/>
                <a:ea typeface="Arial"/>
                <a:cs typeface="Arial"/>
                <a:sym typeface="Arial"/>
              </a:rPr>
              <a:t>script</a:t>
            </a:r>
            <a:r>
              <a:rPr b="1" i="0" lang="en-US" sz="1600" u="none" cap="none" strike="noStrike">
                <a:solidFill>
                  <a:srgbClr val="000080"/>
                </a:solidFill>
                <a:highlight>
                  <a:srgbClr val="FFFFFF"/>
                </a:highlight>
                <a:latin typeface="Arial"/>
                <a:ea typeface="Arial"/>
                <a:cs typeface="Arial"/>
                <a:sym typeface="Arial"/>
              </a:rPr>
              <a:t>&gt;</a:t>
            </a:r>
            <a:endParaRPr b="0" i="0" sz="1400" u="none" cap="none" strike="noStrike">
              <a:solidFill>
                <a:srgbClr val="000000"/>
              </a:solidFill>
              <a:highlight>
                <a:srgbClr val="FFFFFF"/>
              </a:highlight>
              <a:latin typeface="Arial"/>
              <a:ea typeface="Arial"/>
              <a:cs typeface="Arial"/>
              <a:sym typeface="Arial"/>
            </a:endParaRPr>
          </a:p>
        </p:txBody>
      </p:sp>
      <p:sp>
        <p:nvSpPr>
          <p:cNvPr id="194" name="Google Shape;194;p11"/>
          <p:cNvSpPr txBox="1"/>
          <p:nvPr/>
        </p:nvSpPr>
        <p:spPr>
          <a:xfrm>
            <a:off x="5739108" y="2840203"/>
            <a:ext cx="5642936" cy="2672549"/>
          </a:xfrm>
          <a:prstGeom prst="rect">
            <a:avLst/>
          </a:prstGeom>
          <a:noFill/>
          <a:ln>
            <a:noFill/>
          </a:ln>
        </p:spPr>
        <p:txBody>
          <a:bodyPr anchorCtr="0" anchor="t" bIns="45700" lIns="91425" spcFirstLastPara="1" rIns="91425" wrap="square" tIns="45700">
            <a:noAutofit/>
          </a:bodyPr>
          <a:lstStyle/>
          <a:p>
            <a:pPr indent="0" lvl="0" marL="114300" marR="0" rtl="0" algn="l">
              <a:lnSpc>
                <a:spcPct val="90000"/>
              </a:lnSpc>
              <a:spcBef>
                <a:spcPts val="1000"/>
              </a:spcBef>
              <a:spcAft>
                <a:spcPts val="0"/>
              </a:spcAft>
              <a:buClr>
                <a:schemeClr val="dk1"/>
              </a:buClr>
              <a:buSzPts val="1800"/>
              <a:buFont typeface="Arial"/>
              <a:buNone/>
            </a:pPr>
            <a:r>
              <a:rPr b="0" i="0" lang="en-US" sz="2000" u="none" cap="none" strike="noStrike">
                <a:solidFill>
                  <a:srgbClr val="000000"/>
                </a:solidFill>
                <a:latin typeface="Arial"/>
                <a:ea typeface="Arial"/>
                <a:cs typeface="Arial"/>
                <a:sym typeface="Arial"/>
              </a:rPr>
              <a:t>Parameter transfer process:</a:t>
            </a:r>
            <a:endParaRPr b="0" i="0" sz="2000" u="none" cap="none" strike="noStrike">
              <a:solidFill>
                <a:srgbClr val="000000"/>
              </a:solidFill>
              <a:latin typeface="Arial"/>
              <a:ea typeface="Arial"/>
              <a:cs typeface="Arial"/>
              <a:sym typeface="Arial"/>
            </a:endParaRPr>
          </a:p>
          <a:p>
            <a:pPr indent="-342900" lvl="0" marL="457200" marR="0" rtl="0" algn="l">
              <a:lnSpc>
                <a:spcPct val="90000"/>
              </a:lnSpc>
              <a:spcBef>
                <a:spcPts val="1000"/>
              </a:spcBef>
              <a:spcAft>
                <a:spcPts val="0"/>
              </a:spcAft>
              <a:buClr>
                <a:schemeClr val="dk1"/>
              </a:buClr>
              <a:buSzPts val="1800"/>
              <a:buFont typeface="Arial"/>
              <a:buChar char="•"/>
            </a:pPr>
            <a:r>
              <a:rPr b="0" i="0" lang="en-US" sz="1600" u="none" cap="none" strike="noStrike">
                <a:solidFill>
                  <a:srgbClr val="333333"/>
                </a:solidFill>
                <a:latin typeface="Arial"/>
                <a:ea typeface="Arial"/>
                <a:cs typeface="Arial"/>
                <a:sym typeface="Arial"/>
              </a:rPr>
              <a:t>Step 1: When instantiating an object in new, the constructor constructor will be called and the parameter ‘Bob will be passed to the constructor's parameter uname</a:t>
            </a:r>
            <a:endParaRPr b="0" i="0" sz="1600" u="none" cap="none" strike="noStrike">
              <a:solidFill>
                <a:srgbClr val="333333"/>
              </a:solidFill>
              <a:latin typeface="Arial"/>
              <a:ea typeface="Arial"/>
              <a:cs typeface="Arial"/>
              <a:sym typeface="Arial"/>
            </a:endParaRPr>
          </a:p>
          <a:p>
            <a:pPr indent="-342900" lvl="0" marL="457200" marR="0" rtl="0" algn="l">
              <a:lnSpc>
                <a:spcPct val="90000"/>
              </a:lnSpc>
              <a:spcBef>
                <a:spcPts val="1000"/>
              </a:spcBef>
              <a:spcAft>
                <a:spcPts val="0"/>
              </a:spcAft>
              <a:buClr>
                <a:schemeClr val="dk1"/>
              </a:buClr>
              <a:buSzPts val="1800"/>
              <a:buFont typeface="Arial"/>
              <a:buChar char="•"/>
            </a:pPr>
            <a:r>
              <a:rPr b="0" i="0" lang="en-US" sz="1600" u="none" cap="none" strike="noStrike">
                <a:solidFill>
                  <a:srgbClr val="333333"/>
                </a:solidFill>
                <a:latin typeface="Arial"/>
                <a:ea typeface="Arial"/>
                <a:cs typeface="Arial"/>
                <a:sym typeface="Arial"/>
              </a:rPr>
              <a:t>Step 2: So uname passed on the wealth to this.unameStep </a:t>
            </a:r>
            <a:endParaRPr b="0" i="0" sz="1600" u="none" cap="none" strike="noStrike">
              <a:solidFill>
                <a:srgbClr val="000000"/>
              </a:solidFill>
              <a:latin typeface="Arial"/>
              <a:ea typeface="Arial"/>
              <a:cs typeface="Arial"/>
              <a:sym typeface="Arial"/>
            </a:endParaRPr>
          </a:p>
          <a:p>
            <a:pPr indent="-342900" lvl="0" marL="457200" marR="0" rtl="0" algn="l">
              <a:lnSpc>
                <a:spcPct val="90000"/>
              </a:lnSpc>
              <a:spcBef>
                <a:spcPts val="1000"/>
              </a:spcBef>
              <a:spcAft>
                <a:spcPts val="0"/>
              </a:spcAft>
              <a:buClr>
                <a:schemeClr val="dk1"/>
              </a:buClr>
              <a:buSzPts val="1800"/>
              <a:buFont typeface="Arial"/>
              <a:buChar char="•"/>
            </a:pPr>
            <a:r>
              <a:rPr b="0" i="0" lang="en-US" sz="1600" u="none" cap="none" strike="noStrike">
                <a:solidFill>
                  <a:srgbClr val="333333"/>
                </a:solidFill>
                <a:latin typeface="Arial"/>
                <a:ea typeface="Arial"/>
                <a:cs typeface="Arial"/>
                <a:sym typeface="Arial"/>
              </a:rPr>
              <a:t>3: This points to the created instantiated object, so the object dog has uname=Bob</a:t>
            </a:r>
            <a:endParaRPr b="0" i="0" sz="1600" u="none" cap="none" strike="noStrike">
              <a:solidFill>
                <a:srgbClr val="333333"/>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p12"/>
          <p:cNvSpPr txBox="1"/>
          <p:nvPr>
            <p:ph type="title"/>
          </p:nvPr>
        </p:nvSpPr>
        <p:spPr>
          <a:xfrm>
            <a:off x="1072662" y="365125"/>
            <a:ext cx="10281000" cy="1325700"/>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Clr>
                <a:schemeClr val="dk1"/>
              </a:buClr>
              <a:buSzPts val="4400"/>
              <a:buFont typeface="Arial"/>
              <a:buNone/>
            </a:pPr>
            <a:r>
              <a:rPr lang="en-US"/>
              <a:t>Class &amp; Objects</a:t>
            </a:r>
            <a:endParaRPr/>
          </a:p>
        </p:txBody>
      </p:sp>
      <p:sp>
        <p:nvSpPr>
          <p:cNvPr id="200" name="Google Shape;200;p12"/>
          <p:cNvSpPr txBox="1"/>
          <p:nvPr>
            <p:ph idx="1" type="body"/>
          </p:nvPr>
        </p:nvSpPr>
        <p:spPr>
          <a:xfrm>
            <a:off x="1197157" y="1386290"/>
            <a:ext cx="10281000" cy="1181979"/>
          </a:xfrm>
          <a:prstGeom prst="rect">
            <a:avLst/>
          </a:prstGeom>
          <a:noFill/>
          <a:ln>
            <a:noFill/>
          </a:ln>
        </p:spPr>
        <p:txBody>
          <a:bodyPr anchorCtr="0" anchor="t" bIns="45700" lIns="91425" spcFirstLastPara="1" rIns="91425" wrap="square" tIns="45700">
            <a:noAutofit/>
          </a:bodyPr>
          <a:lstStyle/>
          <a:p>
            <a:pPr indent="0" lvl="0" marL="114300" rtl="0" algn="l">
              <a:lnSpc>
                <a:spcPct val="90000"/>
              </a:lnSpc>
              <a:spcBef>
                <a:spcPts val="1000"/>
              </a:spcBef>
              <a:spcAft>
                <a:spcPts val="0"/>
              </a:spcAft>
              <a:buSzPts val="1800"/>
              <a:buNone/>
            </a:pPr>
            <a:r>
              <a:rPr b="0" i="0" lang="en-US" sz="1800">
                <a:solidFill>
                  <a:srgbClr val="000000"/>
                </a:solidFill>
              </a:rPr>
              <a:t>Class Inheritance Extends</a:t>
            </a:r>
            <a:endParaRPr sz="1800"/>
          </a:p>
          <a:p>
            <a:pPr indent="0" lvl="0" marL="114300" rtl="0" algn="l">
              <a:lnSpc>
                <a:spcPct val="90000"/>
              </a:lnSpc>
              <a:spcBef>
                <a:spcPts val="1000"/>
              </a:spcBef>
              <a:spcAft>
                <a:spcPts val="0"/>
              </a:spcAft>
              <a:buSzPts val="1800"/>
              <a:buNone/>
            </a:pPr>
            <a:r>
              <a:rPr lang="en-US" sz="1600">
                <a:solidFill>
                  <a:srgbClr val="333333"/>
                </a:solidFill>
                <a:latin typeface="Arial"/>
                <a:ea typeface="Arial"/>
                <a:cs typeface="Arial"/>
                <a:sym typeface="Arial"/>
              </a:rPr>
              <a:t>The three major characteristics of object-oriented programming are encapsulation, inheritance, and polymorphism. Here, we will explain inheritance. Inheritance, as the name suggests, means that a subclass can call the content of its parent class</a:t>
            </a:r>
            <a:endParaRPr sz="1600"/>
          </a:p>
          <a:p>
            <a:pPr indent="0" lvl="0" marL="114300" rtl="0" algn="l">
              <a:lnSpc>
                <a:spcPct val="90000"/>
              </a:lnSpc>
              <a:spcBef>
                <a:spcPts val="1000"/>
              </a:spcBef>
              <a:spcAft>
                <a:spcPts val="0"/>
              </a:spcAft>
              <a:buSzPts val="1800"/>
              <a:buNone/>
            </a:pPr>
            <a:r>
              <a:t/>
            </a:r>
            <a:endParaRPr b="0" i="0" sz="1100">
              <a:solidFill>
                <a:srgbClr val="333333"/>
              </a:solidFill>
              <a:latin typeface="Arial"/>
              <a:ea typeface="Arial"/>
              <a:cs typeface="Arial"/>
              <a:sym typeface="Arial"/>
            </a:endParaRPr>
          </a:p>
        </p:txBody>
      </p:sp>
      <p:sp>
        <p:nvSpPr>
          <p:cNvPr id="201" name="Google Shape;201;p12"/>
          <p:cNvSpPr/>
          <p:nvPr/>
        </p:nvSpPr>
        <p:spPr>
          <a:xfrm rot="10800000">
            <a:off x="-12" y="5555555"/>
            <a:ext cx="12192012" cy="1325592"/>
          </a:xfrm>
          <a:prstGeom prst="flowChartDocumen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pic>
        <p:nvPicPr>
          <p:cNvPr id="202" name="Google Shape;202;p12"/>
          <p:cNvPicPr preferRelativeResize="0"/>
          <p:nvPr/>
        </p:nvPicPr>
        <p:blipFill rotWithShape="1">
          <a:blip r:embed="rId3">
            <a:alphaModFix/>
          </a:blip>
          <a:srcRect b="0" l="0" r="0" t="0"/>
          <a:stretch/>
        </p:blipFill>
        <p:spPr>
          <a:xfrm>
            <a:off x="422031" y="4662198"/>
            <a:ext cx="2218949" cy="2218949"/>
          </a:xfrm>
          <a:prstGeom prst="rect">
            <a:avLst/>
          </a:prstGeom>
          <a:noFill/>
          <a:ln>
            <a:noFill/>
          </a:ln>
        </p:spPr>
      </p:pic>
      <p:sp>
        <p:nvSpPr>
          <p:cNvPr id="203" name="Google Shape;203;p12"/>
          <p:cNvSpPr txBox="1"/>
          <p:nvPr/>
        </p:nvSpPr>
        <p:spPr>
          <a:xfrm>
            <a:off x="4149575" y="2694633"/>
            <a:ext cx="5174730" cy="304698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rgbClr val="000080"/>
                </a:solidFill>
                <a:highlight>
                  <a:srgbClr val="FFFFFF"/>
                </a:highlight>
                <a:latin typeface="Arial"/>
                <a:ea typeface="Arial"/>
                <a:cs typeface="Arial"/>
                <a:sym typeface="Arial"/>
              </a:rPr>
              <a:t>&lt;</a:t>
            </a:r>
            <a:r>
              <a:rPr b="0" i="0" lang="en-US" sz="1600" u="none" cap="none" strike="noStrike">
                <a:solidFill>
                  <a:srgbClr val="000000"/>
                </a:solidFill>
                <a:highlight>
                  <a:srgbClr val="FFFFFF"/>
                </a:highlight>
                <a:latin typeface="Arial"/>
                <a:ea typeface="Arial"/>
                <a:cs typeface="Arial"/>
                <a:sym typeface="Arial"/>
              </a:rPr>
              <a:t>script</a:t>
            </a:r>
            <a:r>
              <a:rPr b="1" i="0" lang="en-US" sz="1600" u="none" cap="none" strike="noStrike">
                <a:solidFill>
                  <a:srgbClr val="000080"/>
                </a:solidFill>
                <a:highlight>
                  <a:srgbClr val="FFFFFF"/>
                </a:highlight>
                <a:latin typeface="Arial"/>
                <a:ea typeface="Arial"/>
                <a:cs typeface="Arial"/>
                <a:sym typeface="Arial"/>
              </a:rPr>
              <a:t>&gt;</a:t>
            </a:r>
            <a:endParaRPr b="0" i="0" sz="1600" u="none" cap="none" strike="noStrike">
              <a:solidFill>
                <a:srgbClr val="000000"/>
              </a:solidFill>
              <a:highlight>
                <a:srgbClr val="FFFFFF"/>
              </a:highlight>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highlight>
                  <a:srgbClr val="FFFFFF"/>
                </a:highlight>
                <a:latin typeface="Arial"/>
                <a:ea typeface="Arial"/>
                <a:cs typeface="Arial"/>
                <a:sym typeface="Arial"/>
              </a:rPr>
              <a:t>      </a:t>
            </a:r>
            <a:r>
              <a:rPr b="1" i="0" lang="en-US" sz="1600" u="none" cap="none" strike="noStrike">
                <a:solidFill>
                  <a:srgbClr val="0000FF"/>
                </a:solidFill>
                <a:highlight>
                  <a:srgbClr val="FFFFFF"/>
                </a:highlight>
                <a:latin typeface="Arial"/>
                <a:ea typeface="Arial"/>
                <a:cs typeface="Arial"/>
                <a:sym typeface="Arial"/>
              </a:rPr>
              <a:t>class</a:t>
            </a:r>
            <a:r>
              <a:rPr b="0" i="0" lang="en-US" sz="1600" u="none" cap="none" strike="noStrike">
                <a:solidFill>
                  <a:srgbClr val="000000"/>
                </a:solidFill>
                <a:highlight>
                  <a:srgbClr val="FFFFFF"/>
                </a:highlight>
                <a:latin typeface="Arial"/>
                <a:ea typeface="Arial"/>
                <a:cs typeface="Arial"/>
                <a:sym typeface="Arial"/>
              </a:rPr>
              <a:t> Father</a:t>
            </a:r>
            <a:r>
              <a:rPr b="1" i="0" lang="en-US" sz="1600" u="none" cap="none" strike="noStrike">
                <a:solidFill>
                  <a:srgbClr val="000080"/>
                </a:solidFill>
                <a:highlight>
                  <a:srgbClr val="FFFFFF"/>
                </a:highlight>
                <a:latin typeface="Arial"/>
                <a:ea typeface="Arial"/>
                <a:cs typeface="Arial"/>
                <a:sym typeface="Arial"/>
              </a:rPr>
              <a:t>{</a:t>
            </a:r>
            <a:endParaRPr b="0" i="0" sz="1600" u="none" cap="none" strike="noStrike">
              <a:solidFill>
                <a:srgbClr val="000000"/>
              </a:solidFill>
              <a:highlight>
                <a:srgbClr val="FFFFFF"/>
              </a:highlight>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highlight>
                  <a:srgbClr val="FFFFFF"/>
                </a:highlight>
                <a:latin typeface="Arial"/>
                <a:ea typeface="Arial"/>
                <a:cs typeface="Arial"/>
                <a:sym typeface="Arial"/>
              </a:rPr>
              <a:t>          </a:t>
            </a:r>
            <a:r>
              <a:rPr b="1" i="0" lang="en-US" sz="1600" u="none" cap="none" strike="noStrike">
                <a:solidFill>
                  <a:srgbClr val="804000"/>
                </a:solidFill>
                <a:highlight>
                  <a:srgbClr val="FFFFFF"/>
                </a:highlight>
                <a:latin typeface="Arial"/>
                <a:ea typeface="Arial"/>
                <a:cs typeface="Arial"/>
                <a:sym typeface="Arial"/>
              </a:rPr>
              <a:t>constructor</a:t>
            </a:r>
            <a:r>
              <a:rPr b="1" i="0" lang="en-US" sz="1600" u="none" cap="none" strike="noStrike">
                <a:solidFill>
                  <a:srgbClr val="000080"/>
                </a:solidFill>
                <a:highlight>
                  <a:srgbClr val="FFFFFF"/>
                </a:highlight>
                <a:latin typeface="Arial"/>
                <a:ea typeface="Arial"/>
                <a:cs typeface="Arial"/>
                <a:sym typeface="Arial"/>
              </a:rPr>
              <a:t>(){</a:t>
            </a:r>
            <a:r>
              <a:rPr b="0" i="0" lang="en-US" sz="1600" u="none" cap="none" strike="noStrike">
                <a:solidFill>
                  <a:srgbClr val="000000"/>
                </a:solidFill>
                <a:highlight>
                  <a:srgbClr val="FFFFFF"/>
                </a:highlight>
                <a:latin typeface="Arial"/>
                <a:ea typeface="Arial"/>
                <a:cs typeface="Arial"/>
                <a:sym typeface="Arial"/>
              </a:rPr>
              <a:t> </a:t>
            </a:r>
            <a:r>
              <a:rPr b="1" i="0" lang="en-US" sz="1600" u="none" cap="none" strike="noStrike">
                <a:solidFill>
                  <a:srgbClr val="000080"/>
                </a:solidFill>
                <a:highlight>
                  <a:srgbClr val="FFFFFF"/>
                </a:highlight>
                <a:latin typeface="Arial"/>
                <a:ea typeface="Arial"/>
                <a:cs typeface="Arial"/>
                <a:sym typeface="Arial"/>
              </a:rPr>
              <a:t>}</a:t>
            </a:r>
            <a:endParaRPr b="0" i="0" sz="1600" u="none" cap="none" strike="noStrike">
              <a:solidFill>
                <a:srgbClr val="000000"/>
              </a:solidFill>
              <a:highlight>
                <a:srgbClr val="FFFFFF"/>
              </a:highlight>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highlight>
                  <a:srgbClr val="FFFFFF"/>
                </a:highlight>
                <a:latin typeface="Arial"/>
                <a:ea typeface="Arial"/>
                <a:cs typeface="Arial"/>
                <a:sym typeface="Arial"/>
              </a:rPr>
              <a:t>          say</a:t>
            </a:r>
            <a:r>
              <a:rPr b="1" i="0" lang="en-US" sz="1600" u="none" cap="none" strike="noStrike">
                <a:solidFill>
                  <a:srgbClr val="000080"/>
                </a:solidFill>
                <a:highlight>
                  <a:srgbClr val="FFFFFF"/>
                </a:highlight>
                <a:latin typeface="Arial"/>
                <a:ea typeface="Arial"/>
                <a:cs typeface="Arial"/>
                <a:sym typeface="Arial"/>
              </a:rPr>
              <a:t>(){</a:t>
            </a:r>
            <a:endParaRPr b="0" i="0" sz="1600" u="none" cap="none" strike="noStrike">
              <a:solidFill>
                <a:srgbClr val="000000"/>
              </a:solidFill>
              <a:highlight>
                <a:srgbClr val="FFFFFF"/>
              </a:highlight>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highlight>
                  <a:srgbClr val="FFFFFF"/>
                </a:highlight>
                <a:latin typeface="Arial"/>
                <a:ea typeface="Arial"/>
                <a:cs typeface="Arial"/>
                <a:sym typeface="Arial"/>
              </a:rPr>
              <a:t>              console</a:t>
            </a:r>
            <a:r>
              <a:rPr b="1" i="0" lang="en-US" sz="1600" u="none" cap="none" strike="noStrike">
                <a:solidFill>
                  <a:srgbClr val="000080"/>
                </a:solidFill>
                <a:highlight>
                  <a:srgbClr val="FFFFFF"/>
                </a:highlight>
                <a:latin typeface="Arial"/>
                <a:ea typeface="Arial"/>
                <a:cs typeface="Arial"/>
                <a:sym typeface="Arial"/>
              </a:rPr>
              <a:t>.</a:t>
            </a:r>
            <a:r>
              <a:rPr b="0" i="0" lang="en-US" sz="1600" u="none" cap="none" strike="noStrike">
                <a:solidFill>
                  <a:srgbClr val="000000"/>
                </a:solidFill>
                <a:highlight>
                  <a:srgbClr val="FFFFFF"/>
                </a:highlight>
                <a:latin typeface="Arial"/>
                <a:ea typeface="Arial"/>
                <a:cs typeface="Arial"/>
                <a:sym typeface="Arial"/>
              </a:rPr>
              <a:t>log</a:t>
            </a:r>
            <a:r>
              <a:rPr b="1" i="0" lang="en-US" sz="1600" u="none" cap="none" strike="noStrike">
                <a:solidFill>
                  <a:srgbClr val="000080"/>
                </a:solidFill>
                <a:highlight>
                  <a:srgbClr val="FFFFFF"/>
                </a:highlight>
                <a:latin typeface="Arial"/>
                <a:ea typeface="Arial"/>
                <a:cs typeface="Arial"/>
                <a:sym typeface="Arial"/>
              </a:rPr>
              <a:t>(</a:t>
            </a:r>
            <a:r>
              <a:rPr b="0" i="0" lang="en-US" sz="1600" u="none" cap="none" strike="noStrike">
                <a:solidFill>
                  <a:srgbClr val="808080"/>
                </a:solidFill>
                <a:highlight>
                  <a:srgbClr val="FFFFFF"/>
                </a:highlight>
                <a:latin typeface="Arial"/>
                <a:ea typeface="Arial"/>
                <a:cs typeface="Arial"/>
                <a:sym typeface="Arial"/>
              </a:rPr>
              <a:t>'hello'</a:t>
            </a:r>
            <a:r>
              <a:rPr b="1" i="0" lang="en-US" sz="1600" u="none" cap="none" strike="noStrike">
                <a:solidFill>
                  <a:srgbClr val="000080"/>
                </a:solidFill>
                <a:highlight>
                  <a:srgbClr val="FFFFFF"/>
                </a:highlight>
                <a:latin typeface="Arial"/>
                <a:ea typeface="Arial"/>
                <a:cs typeface="Arial"/>
                <a:sym typeface="Arial"/>
              </a:rPr>
              <a:t>);</a:t>
            </a:r>
            <a:endParaRPr b="0" i="0" sz="1600" u="none" cap="none" strike="noStrike">
              <a:solidFill>
                <a:srgbClr val="000000"/>
              </a:solidFill>
              <a:highlight>
                <a:srgbClr val="FFFFFF"/>
              </a:highlight>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highlight>
                  <a:srgbClr val="FFFFFF"/>
                </a:highlight>
                <a:latin typeface="Arial"/>
                <a:ea typeface="Arial"/>
                <a:cs typeface="Arial"/>
                <a:sym typeface="Arial"/>
              </a:rPr>
              <a:t>          </a:t>
            </a:r>
            <a:r>
              <a:rPr b="1" i="0" lang="en-US" sz="1600" u="none" cap="none" strike="noStrike">
                <a:solidFill>
                  <a:srgbClr val="000080"/>
                </a:solidFill>
                <a:highlight>
                  <a:srgbClr val="FFFFFF"/>
                </a:highlight>
                <a:latin typeface="Arial"/>
                <a:ea typeface="Arial"/>
                <a:cs typeface="Arial"/>
                <a:sym typeface="Arial"/>
              </a:rPr>
              <a:t>}</a:t>
            </a:r>
            <a:endParaRPr b="0" i="0" sz="1600" u="none" cap="none" strike="noStrike">
              <a:solidFill>
                <a:srgbClr val="000000"/>
              </a:solidFill>
              <a:highlight>
                <a:srgbClr val="FFFFFF"/>
              </a:highlight>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highlight>
                  <a:srgbClr val="FFFFFF"/>
                </a:highlight>
                <a:latin typeface="Arial"/>
                <a:ea typeface="Arial"/>
                <a:cs typeface="Arial"/>
                <a:sym typeface="Arial"/>
              </a:rPr>
              <a:t>      </a:t>
            </a:r>
            <a:r>
              <a:rPr b="1" i="0" lang="en-US" sz="1600" u="none" cap="none" strike="noStrike">
                <a:solidFill>
                  <a:srgbClr val="000080"/>
                </a:solidFill>
                <a:highlight>
                  <a:srgbClr val="FFFFFF"/>
                </a:highlight>
                <a:latin typeface="Arial"/>
                <a:ea typeface="Arial"/>
                <a:cs typeface="Arial"/>
                <a:sym typeface="Arial"/>
              </a:rPr>
              <a:t>}</a:t>
            </a:r>
            <a:endParaRPr b="0" i="0" sz="1600" u="none" cap="none" strike="noStrike">
              <a:solidFill>
                <a:srgbClr val="000000"/>
              </a:solidFill>
              <a:highlight>
                <a:srgbClr val="FFFFFF"/>
              </a:highlight>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highlight>
                  <a:srgbClr val="FFFFFF"/>
                </a:highlight>
                <a:latin typeface="Arial"/>
                <a:ea typeface="Arial"/>
                <a:cs typeface="Arial"/>
                <a:sym typeface="Arial"/>
              </a:rPr>
              <a:t>      </a:t>
            </a:r>
            <a:r>
              <a:rPr b="1" i="0" lang="en-US" sz="1600" u="none" cap="none" strike="noStrike">
                <a:solidFill>
                  <a:srgbClr val="0000FF"/>
                </a:solidFill>
                <a:highlight>
                  <a:srgbClr val="FFFFFF"/>
                </a:highlight>
                <a:latin typeface="Arial"/>
                <a:ea typeface="Arial"/>
                <a:cs typeface="Arial"/>
                <a:sym typeface="Arial"/>
              </a:rPr>
              <a:t>class</a:t>
            </a:r>
            <a:r>
              <a:rPr b="0" i="0" lang="en-US" sz="1600" u="none" cap="none" strike="noStrike">
                <a:solidFill>
                  <a:srgbClr val="000000"/>
                </a:solidFill>
                <a:highlight>
                  <a:srgbClr val="FFFFFF"/>
                </a:highlight>
                <a:latin typeface="Arial"/>
                <a:ea typeface="Arial"/>
                <a:cs typeface="Arial"/>
                <a:sym typeface="Arial"/>
              </a:rPr>
              <a:t> Son </a:t>
            </a:r>
            <a:r>
              <a:rPr b="1" i="0" lang="en-US" sz="1600" u="none" cap="none" strike="noStrike">
                <a:solidFill>
                  <a:srgbClr val="0000FF"/>
                </a:solidFill>
                <a:highlight>
                  <a:srgbClr val="FFFFFF"/>
                </a:highlight>
                <a:latin typeface="Arial"/>
                <a:ea typeface="Arial"/>
                <a:cs typeface="Arial"/>
                <a:sym typeface="Arial"/>
              </a:rPr>
              <a:t>extends</a:t>
            </a:r>
            <a:r>
              <a:rPr b="0" i="0" lang="en-US" sz="1600" u="none" cap="none" strike="noStrike">
                <a:solidFill>
                  <a:srgbClr val="000000"/>
                </a:solidFill>
                <a:highlight>
                  <a:srgbClr val="FFFFFF"/>
                </a:highlight>
                <a:latin typeface="Arial"/>
                <a:ea typeface="Arial"/>
                <a:cs typeface="Arial"/>
                <a:sym typeface="Arial"/>
              </a:rPr>
              <a:t> Father</a:t>
            </a:r>
            <a:r>
              <a:rPr b="1" i="0" lang="en-US" sz="1600" u="none" cap="none" strike="noStrike">
                <a:solidFill>
                  <a:srgbClr val="000080"/>
                </a:solidFill>
                <a:highlight>
                  <a:srgbClr val="FFFFFF"/>
                </a:highlight>
                <a:latin typeface="Arial"/>
                <a:ea typeface="Arial"/>
                <a:cs typeface="Arial"/>
                <a:sym typeface="Arial"/>
              </a:rPr>
              <a:t>{</a:t>
            </a:r>
            <a:endParaRPr b="0" i="0" sz="1600" u="none" cap="none" strike="noStrike">
              <a:solidFill>
                <a:srgbClr val="000000"/>
              </a:solidFill>
              <a:highlight>
                <a:srgbClr val="FFFFFF"/>
              </a:highlight>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highlight>
                  <a:srgbClr val="FFFFFF"/>
                </a:highlight>
                <a:latin typeface="Arial"/>
                <a:ea typeface="Arial"/>
                <a:cs typeface="Arial"/>
                <a:sym typeface="Arial"/>
              </a:rPr>
              <a:t>      </a:t>
            </a:r>
            <a:r>
              <a:rPr b="1" i="0" lang="en-US" sz="1600" u="none" cap="none" strike="noStrike">
                <a:solidFill>
                  <a:srgbClr val="000080"/>
                </a:solidFill>
                <a:highlight>
                  <a:srgbClr val="FFFFFF"/>
                </a:highlight>
                <a:latin typeface="Arial"/>
                <a:ea typeface="Arial"/>
                <a:cs typeface="Arial"/>
                <a:sym typeface="Arial"/>
              </a:rPr>
              <a:t>}</a:t>
            </a:r>
            <a:endParaRPr b="0" i="0" sz="1600" u="none" cap="none" strike="noStrike">
              <a:solidFill>
                <a:srgbClr val="000000"/>
              </a:solidFill>
              <a:highlight>
                <a:srgbClr val="FFFFFF"/>
              </a:highlight>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highlight>
                  <a:srgbClr val="FFFFFF"/>
                </a:highlight>
                <a:latin typeface="Arial"/>
                <a:ea typeface="Arial"/>
                <a:cs typeface="Arial"/>
                <a:sym typeface="Arial"/>
              </a:rPr>
              <a:t>      </a:t>
            </a:r>
            <a:r>
              <a:rPr b="1" i="0" lang="en-US" sz="1600" u="none" cap="none" strike="noStrike">
                <a:solidFill>
                  <a:srgbClr val="0000FF"/>
                </a:solidFill>
                <a:highlight>
                  <a:srgbClr val="FFFFFF"/>
                </a:highlight>
                <a:latin typeface="Arial"/>
                <a:ea typeface="Arial"/>
                <a:cs typeface="Arial"/>
                <a:sym typeface="Arial"/>
              </a:rPr>
              <a:t>var</a:t>
            </a:r>
            <a:r>
              <a:rPr b="0" i="0" lang="en-US" sz="1600" u="none" cap="none" strike="noStrike">
                <a:solidFill>
                  <a:srgbClr val="000000"/>
                </a:solidFill>
                <a:highlight>
                  <a:srgbClr val="FFFFFF"/>
                </a:highlight>
                <a:latin typeface="Arial"/>
                <a:ea typeface="Arial"/>
                <a:cs typeface="Arial"/>
                <a:sym typeface="Arial"/>
              </a:rPr>
              <a:t> son1</a:t>
            </a:r>
            <a:r>
              <a:rPr b="1" i="0" lang="en-US" sz="1600" u="none" cap="none" strike="noStrike">
                <a:solidFill>
                  <a:srgbClr val="000080"/>
                </a:solidFill>
                <a:highlight>
                  <a:srgbClr val="FFFFFF"/>
                </a:highlight>
                <a:latin typeface="Arial"/>
                <a:ea typeface="Arial"/>
                <a:cs typeface="Arial"/>
                <a:sym typeface="Arial"/>
              </a:rPr>
              <a:t>=</a:t>
            </a:r>
            <a:r>
              <a:rPr b="1" i="0" lang="en-US" sz="1600" u="none" cap="none" strike="noStrike">
                <a:solidFill>
                  <a:srgbClr val="0000FF"/>
                </a:solidFill>
                <a:highlight>
                  <a:srgbClr val="FFFFFF"/>
                </a:highlight>
                <a:latin typeface="Arial"/>
                <a:ea typeface="Arial"/>
                <a:cs typeface="Arial"/>
                <a:sym typeface="Arial"/>
              </a:rPr>
              <a:t>new</a:t>
            </a:r>
            <a:r>
              <a:rPr b="0" i="0" lang="en-US" sz="1600" u="none" cap="none" strike="noStrike">
                <a:solidFill>
                  <a:srgbClr val="000000"/>
                </a:solidFill>
                <a:highlight>
                  <a:srgbClr val="FFFFFF"/>
                </a:highlight>
                <a:latin typeface="Arial"/>
                <a:ea typeface="Arial"/>
                <a:cs typeface="Arial"/>
                <a:sym typeface="Arial"/>
              </a:rPr>
              <a:t> Son</a:t>
            </a:r>
            <a:r>
              <a:rPr b="1" i="0" lang="en-US" sz="1600" u="none" cap="none" strike="noStrike">
                <a:solidFill>
                  <a:srgbClr val="000080"/>
                </a:solidFill>
                <a:highlight>
                  <a:srgbClr val="FFFFFF"/>
                </a:highlight>
                <a:latin typeface="Arial"/>
                <a:ea typeface="Arial"/>
                <a:cs typeface="Arial"/>
                <a:sym typeface="Arial"/>
              </a:rPr>
              <a:t>();</a:t>
            </a:r>
            <a:endParaRPr b="0" i="0" sz="1600" u="none" cap="none" strike="noStrike">
              <a:solidFill>
                <a:srgbClr val="000000"/>
              </a:solidFill>
              <a:highlight>
                <a:srgbClr val="FFFFFF"/>
              </a:highlight>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highlight>
                  <a:srgbClr val="FFFFFF"/>
                </a:highlight>
                <a:latin typeface="Arial"/>
                <a:ea typeface="Arial"/>
                <a:cs typeface="Arial"/>
                <a:sym typeface="Arial"/>
              </a:rPr>
              <a:t>      son1</a:t>
            </a:r>
            <a:r>
              <a:rPr b="1" i="0" lang="en-US" sz="1600" u="none" cap="none" strike="noStrike">
                <a:solidFill>
                  <a:srgbClr val="000080"/>
                </a:solidFill>
                <a:highlight>
                  <a:srgbClr val="FFFFFF"/>
                </a:highlight>
                <a:latin typeface="Arial"/>
                <a:ea typeface="Arial"/>
                <a:cs typeface="Arial"/>
                <a:sym typeface="Arial"/>
              </a:rPr>
              <a:t>.</a:t>
            </a:r>
            <a:r>
              <a:rPr b="0" i="0" lang="en-US" sz="1600" u="none" cap="none" strike="noStrike">
                <a:solidFill>
                  <a:srgbClr val="000000"/>
                </a:solidFill>
                <a:highlight>
                  <a:srgbClr val="FFFFFF"/>
                </a:highlight>
                <a:latin typeface="Arial"/>
                <a:ea typeface="Arial"/>
                <a:cs typeface="Arial"/>
                <a:sym typeface="Arial"/>
              </a:rPr>
              <a:t>say</a:t>
            </a:r>
            <a:r>
              <a:rPr b="1" i="0" lang="en-US" sz="1600" u="none" cap="none" strike="noStrike">
                <a:solidFill>
                  <a:srgbClr val="000080"/>
                </a:solidFill>
                <a:highlight>
                  <a:srgbClr val="FFFFFF"/>
                </a:highlight>
                <a:latin typeface="Arial"/>
                <a:ea typeface="Arial"/>
                <a:cs typeface="Arial"/>
                <a:sym typeface="Arial"/>
              </a:rPr>
              <a:t>();</a:t>
            </a:r>
            <a:endParaRPr b="0" i="0" sz="1600" u="none" cap="none" strike="noStrike">
              <a:solidFill>
                <a:srgbClr val="000000"/>
              </a:solidFill>
              <a:highlight>
                <a:srgbClr val="FFFFFF"/>
              </a:highlight>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rgbClr val="000080"/>
                </a:solidFill>
                <a:highlight>
                  <a:srgbClr val="FFFFFF"/>
                </a:highlight>
                <a:latin typeface="Arial"/>
                <a:ea typeface="Arial"/>
                <a:cs typeface="Arial"/>
                <a:sym typeface="Arial"/>
              </a:rPr>
              <a:t>&lt;/</a:t>
            </a:r>
            <a:r>
              <a:rPr b="0" i="0" lang="en-US" sz="1600" u="none" cap="none" strike="noStrike">
                <a:solidFill>
                  <a:srgbClr val="000000"/>
                </a:solidFill>
                <a:highlight>
                  <a:srgbClr val="FFFFFF"/>
                </a:highlight>
                <a:latin typeface="Arial"/>
                <a:ea typeface="Arial"/>
                <a:cs typeface="Arial"/>
                <a:sym typeface="Arial"/>
              </a:rPr>
              <a:t>script</a:t>
            </a:r>
            <a:r>
              <a:rPr b="1" i="0" lang="en-US" sz="1600" u="none" cap="none" strike="noStrike">
                <a:solidFill>
                  <a:srgbClr val="000080"/>
                </a:solidFill>
                <a:highlight>
                  <a:srgbClr val="FFFFFF"/>
                </a:highlight>
                <a:latin typeface="Arial"/>
                <a:ea typeface="Arial"/>
                <a:cs typeface="Arial"/>
                <a:sym typeface="Arial"/>
              </a:rPr>
              <a:t>&gt;</a:t>
            </a:r>
            <a:endParaRPr b="0" i="0" sz="1100" u="none" cap="none" strike="noStrike">
              <a:solidFill>
                <a:srgbClr val="000000"/>
              </a:solidFill>
              <a:highlight>
                <a:srgbClr val="FFFFFF"/>
              </a:highlight>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13"/>
          <p:cNvSpPr txBox="1"/>
          <p:nvPr>
            <p:ph type="title"/>
          </p:nvPr>
        </p:nvSpPr>
        <p:spPr>
          <a:xfrm>
            <a:off x="1072662" y="365125"/>
            <a:ext cx="10281000" cy="1325700"/>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Clr>
                <a:schemeClr val="dk1"/>
              </a:buClr>
              <a:buSzPts val="4400"/>
              <a:buFont typeface="Arial"/>
              <a:buNone/>
            </a:pPr>
            <a:r>
              <a:rPr lang="en-US"/>
              <a:t>Class &amp; Objects</a:t>
            </a:r>
            <a:endParaRPr/>
          </a:p>
        </p:txBody>
      </p:sp>
      <p:sp>
        <p:nvSpPr>
          <p:cNvPr id="209" name="Google Shape;209;p13"/>
          <p:cNvSpPr/>
          <p:nvPr/>
        </p:nvSpPr>
        <p:spPr>
          <a:xfrm rot="10800000">
            <a:off x="-12" y="5555555"/>
            <a:ext cx="12192012" cy="1325592"/>
          </a:xfrm>
          <a:prstGeom prst="flowChartDocumen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pic>
        <p:nvPicPr>
          <p:cNvPr id="210" name="Google Shape;210;p13"/>
          <p:cNvPicPr preferRelativeResize="0"/>
          <p:nvPr/>
        </p:nvPicPr>
        <p:blipFill rotWithShape="1">
          <a:blip r:embed="rId3">
            <a:alphaModFix/>
          </a:blip>
          <a:srcRect b="0" l="0" r="0" t="0"/>
          <a:stretch/>
        </p:blipFill>
        <p:spPr>
          <a:xfrm>
            <a:off x="422031" y="4662198"/>
            <a:ext cx="2218949" cy="2218949"/>
          </a:xfrm>
          <a:prstGeom prst="rect">
            <a:avLst/>
          </a:prstGeom>
          <a:noFill/>
          <a:ln>
            <a:noFill/>
          </a:ln>
        </p:spPr>
      </p:pic>
      <p:sp>
        <p:nvSpPr>
          <p:cNvPr id="211" name="Google Shape;211;p13"/>
          <p:cNvSpPr txBox="1"/>
          <p:nvPr/>
        </p:nvSpPr>
        <p:spPr>
          <a:xfrm>
            <a:off x="4054857" y="2757180"/>
            <a:ext cx="3693600" cy="3540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000080"/>
                </a:solidFill>
                <a:highlight>
                  <a:srgbClr val="FFFFFF"/>
                </a:highlight>
                <a:latin typeface="Arial"/>
                <a:ea typeface="Arial"/>
                <a:cs typeface="Arial"/>
                <a:sym typeface="Arial"/>
              </a:rPr>
              <a:t>&lt;</a:t>
            </a:r>
            <a:r>
              <a:rPr b="0" i="0" lang="en-US" sz="1400" u="none" cap="none" strike="noStrike">
                <a:solidFill>
                  <a:srgbClr val="000000"/>
                </a:solidFill>
                <a:highlight>
                  <a:srgbClr val="FFFFFF"/>
                </a:highlight>
                <a:latin typeface="Arial"/>
                <a:ea typeface="Arial"/>
                <a:cs typeface="Arial"/>
                <a:sym typeface="Arial"/>
              </a:rPr>
              <a:t>script</a:t>
            </a:r>
            <a:r>
              <a:rPr b="1" i="0" lang="en-US" sz="1400" u="none" cap="none" strike="noStrike">
                <a:solidFill>
                  <a:srgbClr val="000080"/>
                </a:solidFill>
                <a:highlight>
                  <a:srgbClr val="FFFFFF"/>
                </a:highlight>
                <a:latin typeface="Arial"/>
                <a:ea typeface="Arial"/>
                <a:cs typeface="Arial"/>
                <a:sym typeface="Arial"/>
              </a:rPr>
              <a:t>&gt;</a:t>
            </a:r>
            <a:endParaRPr b="0" i="0" sz="1400" u="none" cap="none" strike="noStrike">
              <a:solidFill>
                <a:srgbClr val="000000"/>
              </a:solidFill>
              <a:highlight>
                <a:srgbClr val="FFFFFF"/>
              </a:highlight>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highlight>
                  <a:srgbClr val="FFFFFF"/>
                </a:highlight>
                <a:latin typeface="Arial"/>
                <a:ea typeface="Arial"/>
                <a:cs typeface="Arial"/>
                <a:sym typeface="Arial"/>
              </a:rPr>
              <a:t>      </a:t>
            </a:r>
            <a:r>
              <a:rPr b="1" i="0" lang="en-US" sz="1400" u="none" cap="none" strike="noStrike">
                <a:solidFill>
                  <a:srgbClr val="0000FF"/>
                </a:solidFill>
                <a:highlight>
                  <a:srgbClr val="FFFFFF"/>
                </a:highlight>
                <a:latin typeface="Arial"/>
                <a:ea typeface="Arial"/>
                <a:cs typeface="Arial"/>
                <a:sym typeface="Arial"/>
              </a:rPr>
              <a:t>class</a:t>
            </a:r>
            <a:r>
              <a:rPr b="0" i="0" lang="en-US" sz="1400" u="none" cap="none" strike="noStrike">
                <a:solidFill>
                  <a:srgbClr val="000000"/>
                </a:solidFill>
                <a:highlight>
                  <a:srgbClr val="FFFFFF"/>
                </a:highlight>
                <a:latin typeface="Arial"/>
                <a:ea typeface="Arial"/>
                <a:cs typeface="Arial"/>
                <a:sym typeface="Arial"/>
              </a:rPr>
              <a:t> Father</a:t>
            </a:r>
            <a:r>
              <a:rPr b="1" i="0" lang="en-US" sz="1400" u="none" cap="none" strike="noStrike">
                <a:solidFill>
                  <a:srgbClr val="000080"/>
                </a:solidFill>
                <a:highlight>
                  <a:srgbClr val="FFFFFF"/>
                </a:highlight>
                <a:latin typeface="Arial"/>
                <a:ea typeface="Arial"/>
                <a:cs typeface="Arial"/>
                <a:sym typeface="Arial"/>
              </a:rPr>
              <a:t>{</a:t>
            </a:r>
            <a:endParaRPr b="0" i="0" sz="1400" u="none" cap="none" strike="noStrike">
              <a:solidFill>
                <a:srgbClr val="000000"/>
              </a:solidFill>
              <a:highlight>
                <a:srgbClr val="FFFFFF"/>
              </a:highlight>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highlight>
                  <a:srgbClr val="FFFFFF"/>
                </a:highlight>
                <a:latin typeface="Arial"/>
                <a:ea typeface="Arial"/>
                <a:cs typeface="Arial"/>
                <a:sym typeface="Arial"/>
              </a:rPr>
              <a:t>           </a:t>
            </a:r>
            <a:r>
              <a:rPr b="1" i="0" lang="en-US" sz="1400" u="none" cap="none" strike="noStrike">
                <a:solidFill>
                  <a:srgbClr val="804000"/>
                </a:solidFill>
                <a:highlight>
                  <a:srgbClr val="FFFFFF"/>
                </a:highlight>
                <a:latin typeface="Arial"/>
                <a:ea typeface="Arial"/>
                <a:cs typeface="Arial"/>
                <a:sym typeface="Arial"/>
              </a:rPr>
              <a:t>constructor</a:t>
            </a:r>
            <a:r>
              <a:rPr b="1" i="0" lang="en-US" sz="1400" u="none" cap="none" strike="noStrike">
                <a:solidFill>
                  <a:srgbClr val="000080"/>
                </a:solidFill>
                <a:highlight>
                  <a:srgbClr val="FFFFFF"/>
                </a:highlight>
                <a:latin typeface="Arial"/>
                <a:ea typeface="Arial"/>
                <a:cs typeface="Arial"/>
                <a:sym typeface="Arial"/>
              </a:rPr>
              <a:t>(){</a:t>
            </a:r>
            <a:endParaRPr b="0" i="0" sz="1400" u="none" cap="none" strike="noStrike">
              <a:solidFill>
                <a:srgbClr val="000000"/>
              </a:solidFill>
              <a:highlight>
                <a:srgbClr val="FFFFFF"/>
              </a:highlight>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highlight>
                  <a:srgbClr val="FFFFFF"/>
                </a:highlight>
                <a:latin typeface="Arial"/>
                <a:ea typeface="Arial"/>
                <a:cs typeface="Arial"/>
                <a:sym typeface="Arial"/>
              </a:rPr>
              <a:t>           </a:t>
            </a:r>
            <a:r>
              <a:rPr b="1" i="0" lang="en-US" sz="1400" u="none" cap="none" strike="noStrike">
                <a:solidFill>
                  <a:srgbClr val="000080"/>
                </a:solidFill>
                <a:highlight>
                  <a:srgbClr val="FFFFFF"/>
                </a:highlight>
                <a:latin typeface="Arial"/>
                <a:ea typeface="Arial"/>
                <a:cs typeface="Arial"/>
                <a:sym typeface="Arial"/>
              </a:rPr>
              <a:t>}</a:t>
            </a:r>
            <a:endParaRPr b="0" i="0" sz="1400" u="none" cap="none" strike="noStrike">
              <a:solidFill>
                <a:srgbClr val="000000"/>
              </a:solidFill>
              <a:highlight>
                <a:srgbClr val="FFFFFF"/>
              </a:highlight>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highlight>
                  <a:srgbClr val="FFFFFF"/>
                </a:highlight>
                <a:latin typeface="Arial"/>
                <a:ea typeface="Arial"/>
                <a:cs typeface="Arial"/>
                <a:sym typeface="Arial"/>
              </a:rPr>
              <a:t>           say</a:t>
            </a:r>
            <a:r>
              <a:rPr b="1" i="0" lang="en-US" sz="1400" u="none" cap="none" strike="noStrike">
                <a:solidFill>
                  <a:srgbClr val="000080"/>
                </a:solidFill>
                <a:highlight>
                  <a:srgbClr val="FFFFFF"/>
                </a:highlight>
                <a:latin typeface="Arial"/>
                <a:ea typeface="Arial"/>
                <a:cs typeface="Arial"/>
                <a:sym typeface="Arial"/>
              </a:rPr>
              <a:t>(){</a:t>
            </a:r>
            <a:endParaRPr b="0" i="0" sz="1400" u="none" cap="none" strike="noStrike">
              <a:solidFill>
                <a:srgbClr val="000000"/>
              </a:solidFill>
              <a:highlight>
                <a:srgbClr val="FFFFFF"/>
              </a:highlight>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highlight>
                  <a:srgbClr val="FFFFFF"/>
                </a:highlight>
                <a:latin typeface="Arial"/>
                <a:ea typeface="Arial"/>
                <a:cs typeface="Arial"/>
                <a:sym typeface="Arial"/>
              </a:rPr>
              <a:t>                </a:t>
            </a:r>
            <a:r>
              <a:rPr b="1" i="0" lang="en-US" sz="1400" u="none" cap="none" strike="noStrike">
                <a:solidFill>
                  <a:srgbClr val="0000FF"/>
                </a:solidFill>
                <a:highlight>
                  <a:srgbClr val="FFFFFF"/>
                </a:highlight>
                <a:latin typeface="Arial"/>
                <a:ea typeface="Arial"/>
                <a:cs typeface="Arial"/>
                <a:sym typeface="Arial"/>
              </a:rPr>
              <a:t>return</a:t>
            </a:r>
            <a:r>
              <a:rPr b="0" i="0" lang="en-US" sz="1400" u="none" cap="none" strike="noStrike">
                <a:solidFill>
                  <a:srgbClr val="000000"/>
                </a:solidFill>
                <a:highlight>
                  <a:srgbClr val="FFFFFF"/>
                </a:highlight>
                <a:latin typeface="Arial"/>
                <a:ea typeface="Arial"/>
                <a:cs typeface="Arial"/>
                <a:sym typeface="Arial"/>
              </a:rPr>
              <a:t> </a:t>
            </a:r>
            <a:r>
              <a:rPr b="0" i="0" lang="en-US" sz="1400" u="none" cap="none" strike="noStrike">
                <a:solidFill>
                  <a:srgbClr val="808080"/>
                </a:solidFill>
                <a:highlight>
                  <a:srgbClr val="FFFFFF"/>
                </a:highlight>
                <a:latin typeface="Arial"/>
                <a:ea typeface="Arial"/>
                <a:cs typeface="Arial"/>
                <a:sym typeface="Arial"/>
              </a:rPr>
              <a:t>'I am Dad '</a:t>
            </a:r>
            <a:r>
              <a:rPr b="1" i="0" lang="en-US" sz="1400" u="none" cap="none" strike="noStrike">
                <a:solidFill>
                  <a:srgbClr val="000080"/>
                </a:solidFill>
                <a:highlight>
                  <a:srgbClr val="FFFFFF"/>
                </a:highlight>
                <a:latin typeface="Arial"/>
                <a:ea typeface="Arial"/>
                <a:cs typeface="Arial"/>
                <a:sym typeface="Arial"/>
              </a:rPr>
              <a:t>;</a:t>
            </a:r>
            <a:endParaRPr b="0" i="0" sz="1400" u="none" cap="none" strike="noStrike">
              <a:solidFill>
                <a:srgbClr val="000000"/>
              </a:solidFill>
              <a:highlight>
                <a:srgbClr val="FFFFFF"/>
              </a:highlight>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highlight>
                  <a:srgbClr val="FFFFFF"/>
                </a:highlight>
                <a:latin typeface="Arial"/>
                <a:ea typeface="Arial"/>
                <a:cs typeface="Arial"/>
                <a:sym typeface="Arial"/>
              </a:rPr>
              <a:t>           </a:t>
            </a:r>
            <a:r>
              <a:rPr b="1" i="0" lang="en-US" sz="1400" u="none" cap="none" strike="noStrike">
                <a:solidFill>
                  <a:srgbClr val="000080"/>
                </a:solidFill>
                <a:highlight>
                  <a:srgbClr val="FFFFFF"/>
                </a:highlight>
                <a:latin typeface="Arial"/>
                <a:ea typeface="Arial"/>
                <a:cs typeface="Arial"/>
                <a:sym typeface="Arial"/>
              </a:rPr>
              <a:t>}</a:t>
            </a:r>
            <a:endParaRPr b="0" i="0" sz="1400" u="none" cap="none" strike="noStrike">
              <a:solidFill>
                <a:srgbClr val="000000"/>
              </a:solidFill>
              <a:highlight>
                <a:srgbClr val="FFFFFF"/>
              </a:highlight>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highlight>
                  <a:srgbClr val="FFFFFF"/>
                </a:highlight>
                <a:latin typeface="Arial"/>
                <a:ea typeface="Arial"/>
                <a:cs typeface="Arial"/>
                <a:sym typeface="Arial"/>
              </a:rPr>
              <a:t>      </a:t>
            </a:r>
            <a:r>
              <a:rPr b="1" i="0" lang="en-US" sz="1400" u="none" cap="none" strike="noStrike">
                <a:solidFill>
                  <a:srgbClr val="000080"/>
                </a:solidFill>
                <a:highlight>
                  <a:srgbClr val="FFFFFF"/>
                </a:highlight>
                <a:latin typeface="Arial"/>
                <a:ea typeface="Arial"/>
                <a:cs typeface="Arial"/>
                <a:sym typeface="Arial"/>
              </a:rPr>
              <a:t>}</a:t>
            </a:r>
            <a:endParaRPr b="0" i="0" sz="1400" u="none" cap="none" strike="noStrike">
              <a:solidFill>
                <a:srgbClr val="000000"/>
              </a:solidFill>
              <a:highlight>
                <a:srgbClr val="FFFFFF"/>
              </a:highlight>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highlight>
                  <a:srgbClr val="FFFFFF"/>
                </a:highlight>
                <a:latin typeface="Arial"/>
                <a:ea typeface="Arial"/>
                <a:cs typeface="Arial"/>
                <a:sym typeface="Arial"/>
              </a:rPr>
              <a:t>      </a:t>
            </a:r>
            <a:r>
              <a:rPr b="1" i="0" lang="en-US" sz="1400" u="none" cap="none" strike="noStrike">
                <a:solidFill>
                  <a:srgbClr val="0000FF"/>
                </a:solidFill>
                <a:highlight>
                  <a:srgbClr val="FFFFFF"/>
                </a:highlight>
                <a:latin typeface="Arial"/>
                <a:ea typeface="Arial"/>
                <a:cs typeface="Arial"/>
                <a:sym typeface="Arial"/>
              </a:rPr>
              <a:t>class</a:t>
            </a:r>
            <a:r>
              <a:rPr b="0" i="0" lang="en-US" sz="1400" u="none" cap="none" strike="noStrike">
                <a:solidFill>
                  <a:srgbClr val="000000"/>
                </a:solidFill>
                <a:highlight>
                  <a:srgbClr val="FFFFFF"/>
                </a:highlight>
                <a:latin typeface="Arial"/>
                <a:ea typeface="Arial"/>
                <a:cs typeface="Arial"/>
                <a:sym typeface="Arial"/>
              </a:rPr>
              <a:t> Son </a:t>
            </a:r>
            <a:r>
              <a:rPr b="1" i="0" lang="en-US" sz="1400" u="none" cap="none" strike="noStrike">
                <a:solidFill>
                  <a:srgbClr val="0000FF"/>
                </a:solidFill>
                <a:highlight>
                  <a:srgbClr val="FFFFFF"/>
                </a:highlight>
                <a:latin typeface="Arial"/>
                <a:ea typeface="Arial"/>
                <a:cs typeface="Arial"/>
                <a:sym typeface="Arial"/>
              </a:rPr>
              <a:t>extends</a:t>
            </a:r>
            <a:r>
              <a:rPr b="0" i="0" lang="en-US" sz="1400" u="none" cap="none" strike="noStrike">
                <a:solidFill>
                  <a:srgbClr val="000000"/>
                </a:solidFill>
                <a:highlight>
                  <a:srgbClr val="FFFFFF"/>
                </a:highlight>
                <a:latin typeface="Arial"/>
                <a:ea typeface="Arial"/>
                <a:cs typeface="Arial"/>
                <a:sym typeface="Arial"/>
              </a:rPr>
              <a:t> Father</a:t>
            </a:r>
            <a:r>
              <a:rPr b="1" i="0" lang="en-US" sz="1400" u="none" cap="none" strike="noStrike">
                <a:solidFill>
                  <a:srgbClr val="000080"/>
                </a:solidFill>
                <a:highlight>
                  <a:srgbClr val="FFFFFF"/>
                </a:highlight>
                <a:latin typeface="Arial"/>
                <a:ea typeface="Arial"/>
                <a:cs typeface="Arial"/>
                <a:sym typeface="Arial"/>
              </a:rPr>
              <a:t>{</a:t>
            </a:r>
            <a:endParaRPr b="0" i="0" sz="1400" u="none" cap="none" strike="noStrike">
              <a:solidFill>
                <a:srgbClr val="000000"/>
              </a:solidFill>
              <a:highlight>
                <a:srgbClr val="FFFFFF"/>
              </a:highlight>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highlight>
                  <a:srgbClr val="FFFFFF"/>
                </a:highlight>
                <a:latin typeface="Arial"/>
                <a:ea typeface="Arial"/>
                <a:cs typeface="Arial"/>
                <a:sym typeface="Arial"/>
              </a:rPr>
              <a:t>           say</a:t>
            </a:r>
            <a:r>
              <a:rPr b="1" i="0" lang="en-US" sz="1400" u="none" cap="none" strike="noStrike">
                <a:solidFill>
                  <a:srgbClr val="000080"/>
                </a:solidFill>
                <a:highlight>
                  <a:srgbClr val="FFFFFF"/>
                </a:highlight>
                <a:latin typeface="Arial"/>
                <a:ea typeface="Arial"/>
                <a:cs typeface="Arial"/>
                <a:sym typeface="Arial"/>
              </a:rPr>
              <a:t>(){</a:t>
            </a:r>
            <a:endParaRPr b="0" i="0" sz="1400" u="none" cap="none" strike="noStrike">
              <a:solidFill>
                <a:srgbClr val="000000"/>
              </a:solidFill>
              <a:highlight>
                <a:srgbClr val="FFFFFF"/>
              </a:highlight>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highlight>
                  <a:srgbClr val="FFFFFF"/>
                </a:highlight>
                <a:latin typeface="Arial"/>
                <a:ea typeface="Arial"/>
                <a:cs typeface="Arial"/>
                <a:sym typeface="Arial"/>
              </a:rPr>
              <a:t>               console</a:t>
            </a:r>
            <a:r>
              <a:rPr b="1" i="0" lang="en-US" sz="1400" u="none" cap="none" strike="noStrike">
                <a:solidFill>
                  <a:srgbClr val="000080"/>
                </a:solidFill>
                <a:highlight>
                  <a:srgbClr val="FFFFFF"/>
                </a:highlight>
                <a:latin typeface="Arial"/>
                <a:ea typeface="Arial"/>
                <a:cs typeface="Arial"/>
                <a:sym typeface="Arial"/>
              </a:rPr>
              <a:t>.</a:t>
            </a:r>
            <a:r>
              <a:rPr b="0" i="0" lang="en-US" sz="1400" u="none" cap="none" strike="noStrike">
                <a:solidFill>
                  <a:srgbClr val="000000"/>
                </a:solidFill>
                <a:highlight>
                  <a:srgbClr val="FFFFFF"/>
                </a:highlight>
                <a:latin typeface="Arial"/>
                <a:ea typeface="Arial"/>
                <a:cs typeface="Arial"/>
                <a:sym typeface="Arial"/>
              </a:rPr>
              <a:t>log</a:t>
            </a:r>
            <a:r>
              <a:rPr b="1" i="0" lang="en-US" sz="1400" u="none" cap="none" strike="noStrike">
                <a:solidFill>
                  <a:srgbClr val="000080"/>
                </a:solidFill>
                <a:highlight>
                  <a:srgbClr val="FFFFFF"/>
                </a:highlight>
                <a:latin typeface="Arial"/>
                <a:ea typeface="Arial"/>
                <a:cs typeface="Arial"/>
                <a:sym typeface="Arial"/>
              </a:rPr>
              <a:t>(</a:t>
            </a:r>
            <a:r>
              <a:rPr b="1" i="0" lang="en-US" sz="1400" u="none" cap="none" strike="noStrike">
                <a:solidFill>
                  <a:srgbClr val="0000FF"/>
                </a:solidFill>
                <a:highlight>
                  <a:srgbClr val="FFFFFF"/>
                </a:highlight>
                <a:latin typeface="Arial"/>
                <a:ea typeface="Arial"/>
                <a:cs typeface="Arial"/>
                <a:sym typeface="Arial"/>
              </a:rPr>
              <a:t>super</a:t>
            </a:r>
            <a:r>
              <a:rPr b="1" i="0" lang="en-US" sz="1400" u="none" cap="none" strike="noStrike">
                <a:solidFill>
                  <a:srgbClr val="000080"/>
                </a:solidFill>
                <a:highlight>
                  <a:srgbClr val="FFFFFF"/>
                </a:highlight>
                <a:latin typeface="Arial"/>
                <a:ea typeface="Arial"/>
                <a:cs typeface="Arial"/>
                <a:sym typeface="Arial"/>
              </a:rPr>
              <a:t>.</a:t>
            </a:r>
            <a:r>
              <a:rPr b="0" i="0" lang="en-US" sz="1400" u="none" cap="none" strike="noStrike">
                <a:solidFill>
                  <a:srgbClr val="000000"/>
                </a:solidFill>
                <a:highlight>
                  <a:srgbClr val="FFFFFF"/>
                </a:highlight>
                <a:latin typeface="Arial"/>
                <a:ea typeface="Arial"/>
                <a:cs typeface="Arial"/>
                <a:sym typeface="Arial"/>
              </a:rPr>
              <a:t>say</a:t>
            </a:r>
            <a:r>
              <a:rPr b="1" i="0" lang="en-US" sz="1400" u="none" cap="none" strike="noStrike">
                <a:solidFill>
                  <a:srgbClr val="000080"/>
                </a:solidFill>
                <a:highlight>
                  <a:srgbClr val="FFFFFF"/>
                </a:highlight>
                <a:latin typeface="Arial"/>
                <a:ea typeface="Arial"/>
                <a:cs typeface="Arial"/>
                <a:sym typeface="Arial"/>
              </a:rPr>
              <a:t>()+</a:t>
            </a:r>
            <a:r>
              <a:rPr b="0" i="0" lang="en-US" sz="1400" u="none" cap="none" strike="noStrike">
                <a:solidFill>
                  <a:srgbClr val="808080"/>
                </a:solidFill>
                <a:highlight>
                  <a:srgbClr val="FFFFFF"/>
                </a:highlight>
                <a:latin typeface="Arial"/>
                <a:ea typeface="Arial"/>
                <a:cs typeface="Arial"/>
                <a:sym typeface="Arial"/>
              </a:rPr>
              <a:t>‘’son'</a:t>
            </a:r>
            <a:r>
              <a:rPr b="1" i="0" lang="en-US" sz="1400" u="none" cap="none" strike="noStrike">
                <a:solidFill>
                  <a:srgbClr val="000080"/>
                </a:solidFill>
                <a:highlight>
                  <a:srgbClr val="FFFFFF"/>
                </a:highlight>
                <a:latin typeface="Arial"/>
                <a:ea typeface="Arial"/>
                <a:cs typeface="Arial"/>
                <a:sym typeface="Arial"/>
              </a:rPr>
              <a:t>);</a:t>
            </a:r>
            <a:endParaRPr b="0" i="0" sz="1400" u="none" cap="none" strike="noStrike">
              <a:solidFill>
                <a:srgbClr val="000000"/>
              </a:solidFill>
              <a:highlight>
                <a:srgbClr val="FFFFFF"/>
              </a:highlight>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highlight>
                  <a:srgbClr val="FFFFFF"/>
                </a:highlight>
                <a:latin typeface="Arial"/>
                <a:ea typeface="Arial"/>
                <a:cs typeface="Arial"/>
                <a:sym typeface="Arial"/>
              </a:rPr>
              <a:t>           </a:t>
            </a:r>
            <a:r>
              <a:rPr b="1" i="0" lang="en-US" sz="1400" u="none" cap="none" strike="noStrike">
                <a:solidFill>
                  <a:srgbClr val="000080"/>
                </a:solidFill>
                <a:highlight>
                  <a:srgbClr val="FFFFFF"/>
                </a:highlight>
                <a:latin typeface="Arial"/>
                <a:ea typeface="Arial"/>
                <a:cs typeface="Arial"/>
                <a:sym typeface="Arial"/>
              </a:rPr>
              <a:t>}</a:t>
            </a:r>
            <a:endParaRPr b="0" i="0" sz="1400" u="none" cap="none" strike="noStrike">
              <a:solidFill>
                <a:srgbClr val="000000"/>
              </a:solidFill>
              <a:highlight>
                <a:srgbClr val="FFFFFF"/>
              </a:highlight>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highlight>
                  <a:srgbClr val="FFFFFF"/>
                </a:highlight>
                <a:latin typeface="Arial"/>
                <a:ea typeface="Arial"/>
                <a:cs typeface="Arial"/>
                <a:sym typeface="Arial"/>
              </a:rPr>
              <a:t>      </a:t>
            </a:r>
            <a:r>
              <a:rPr b="1" i="0" lang="en-US" sz="1400" u="none" cap="none" strike="noStrike">
                <a:solidFill>
                  <a:srgbClr val="000080"/>
                </a:solidFill>
                <a:highlight>
                  <a:srgbClr val="FFFFFF"/>
                </a:highlight>
                <a:latin typeface="Arial"/>
                <a:ea typeface="Arial"/>
                <a:cs typeface="Arial"/>
                <a:sym typeface="Arial"/>
              </a:rPr>
              <a:t>}</a:t>
            </a:r>
            <a:endParaRPr b="0" i="0" sz="1400" u="none" cap="none" strike="noStrike">
              <a:solidFill>
                <a:srgbClr val="000000"/>
              </a:solidFill>
              <a:highlight>
                <a:srgbClr val="FFFFFF"/>
              </a:highlight>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highlight>
                  <a:srgbClr val="FFFFFF"/>
                </a:highlight>
                <a:latin typeface="Arial"/>
                <a:ea typeface="Arial"/>
                <a:cs typeface="Arial"/>
                <a:sym typeface="Arial"/>
              </a:rPr>
              <a:t>      </a:t>
            </a:r>
            <a:r>
              <a:rPr b="1" i="0" lang="en-US" sz="1400" u="none" cap="none" strike="noStrike">
                <a:solidFill>
                  <a:srgbClr val="0000FF"/>
                </a:solidFill>
                <a:highlight>
                  <a:srgbClr val="FFFFFF"/>
                </a:highlight>
                <a:latin typeface="Arial"/>
                <a:ea typeface="Arial"/>
                <a:cs typeface="Arial"/>
                <a:sym typeface="Arial"/>
              </a:rPr>
              <a:t>var</a:t>
            </a:r>
            <a:r>
              <a:rPr b="0" i="0" lang="en-US" sz="1400" u="none" cap="none" strike="noStrike">
                <a:solidFill>
                  <a:srgbClr val="000000"/>
                </a:solidFill>
                <a:highlight>
                  <a:srgbClr val="FFFFFF"/>
                </a:highlight>
                <a:latin typeface="Arial"/>
                <a:ea typeface="Arial"/>
                <a:cs typeface="Arial"/>
                <a:sym typeface="Arial"/>
              </a:rPr>
              <a:t> son1</a:t>
            </a:r>
            <a:r>
              <a:rPr b="1" i="0" lang="en-US" sz="1400" u="none" cap="none" strike="noStrike">
                <a:solidFill>
                  <a:srgbClr val="000080"/>
                </a:solidFill>
                <a:highlight>
                  <a:srgbClr val="FFFFFF"/>
                </a:highlight>
                <a:latin typeface="Arial"/>
                <a:ea typeface="Arial"/>
                <a:cs typeface="Arial"/>
                <a:sym typeface="Arial"/>
              </a:rPr>
              <a:t>=</a:t>
            </a:r>
            <a:r>
              <a:rPr b="1" i="0" lang="en-US" sz="1400" u="none" cap="none" strike="noStrike">
                <a:solidFill>
                  <a:srgbClr val="0000FF"/>
                </a:solidFill>
                <a:highlight>
                  <a:srgbClr val="FFFFFF"/>
                </a:highlight>
                <a:latin typeface="Arial"/>
                <a:ea typeface="Arial"/>
                <a:cs typeface="Arial"/>
                <a:sym typeface="Arial"/>
              </a:rPr>
              <a:t>new</a:t>
            </a:r>
            <a:r>
              <a:rPr b="0" i="0" lang="en-US" sz="1400" u="none" cap="none" strike="noStrike">
                <a:solidFill>
                  <a:srgbClr val="000000"/>
                </a:solidFill>
                <a:highlight>
                  <a:srgbClr val="FFFFFF"/>
                </a:highlight>
                <a:latin typeface="Arial"/>
                <a:ea typeface="Arial"/>
                <a:cs typeface="Arial"/>
                <a:sym typeface="Arial"/>
              </a:rPr>
              <a:t> Son</a:t>
            </a:r>
            <a:r>
              <a:rPr b="1" i="0" lang="en-US" sz="1400" u="none" cap="none" strike="noStrike">
                <a:solidFill>
                  <a:srgbClr val="000080"/>
                </a:solidFill>
                <a:highlight>
                  <a:srgbClr val="FFFFFF"/>
                </a:highlight>
                <a:latin typeface="Arial"/>
                <a:ea typeface="Arial"/>
                <a:cs typeface="Arial"/>
                <a:sym typeface="Arial"/>
              </a:rPr>
              <a:t>(</a:t>
            </a:r>
            <a:r>
              <a:rPr b="0" i="0" lang="en-US" sz="1400" u="none" cap="none" strike="noStrike">
                <a:solidFill>
                  <a:srgbClr val="FF8000"/>
                </a:solidFill>
                <a:highlight>
                  <a:srgbClr val="FFFFFF"/>
                </a:highlight>
                <a:latin typeface="Arial"/>
                <a:ea typeface="Arial"/>
                <a:cs typeface="Arial"/>
                <a:sym typeface="Arial"/>
              </a:rPr>
              <a:t>1</a:t>
            </a:r>
            <a:r>
              <a:rPr b="1" i="0" lang="en-US" sz="1400" u="none" cap="none" strike="noStrike">
                <a:solidFill>
                  <a:srgbClr val="000080"/>
                </a:solidFill>
                <a:highlight>
                  <a:srgbClr val="FFFFFF"/>
                </a:highlight>
                <a:latin typeface="Arial"/>
                <a:ea typeface="Arial"/>
                <a:cs typeface="Arial"/>
                <a:sym typeface="Arial"/>
              </a:rPr>
              <a:t>,</a:t>
            </a:r>
            <a:r>
              <a:rPr b="0" i="0" lang="en-US" sz="1400" u="none" cap="none" strike="noStrike">
                <a:solidFill>
                  <a:srgbClr val="FF8000"/>
                </a:solidFill>
                <a:highlight>
                  <a:srgbClr val="FFFFFF"/>
                </a:highlight>
                <a:latin typeface="Arial"/>
                <a:ea typeface="Arial"/>
                <a:cs typeface="Arial"/>
                <a:sym typeface="Arial"/>
              </a:rPr>
              <a:t>5</a:t>
            </a:r>
            <a:r>
              <a:rPr b="1" i="0" lang="en-US" sz="1400" u="none" cap="none" strike="noStrike">
                <a:solidFill>
                  <a:srgbClr val="000080"/>
                </a:solidFill>
                <a:highlight>
                  <a:srgbClr val="FFFFFF"/>
                </a:highlight>
                <a:latin typeface="Arial"/>
                <a:ea typeface="Arial"/>
                <a:cs typeface="Arial"/>
                <a:sym typeface="Arial"/>
              </a:rPr>
              <a:t>);</a:t>
            </a:r>
            <a:endParaRPr b="0" i="0" sz="1400" u="none" cap="none" strike="noStrike">
              <a:solidFill>
                <a:srgbClr val="000000"/>
              </a:solidFill>
              <a:highlight>
                <a:srgbClr val="FFFFFF"/>
              </a:highlight>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highlight>
                  <a:srgbClr val="FFFFFF"/>
                </a:highlight>
                <a:latin typeface="Arial"/>
                <a:ea typeface="Arial"/>
                <a:cs typeface="Arial"/>
                <a:sym typeface="Arial"/>
              </a:rPr>
              <a:t>      son1</a:t>
            </a:r>
            <a:r>
              <a:rPr b="1" i="0" lang="en-US" sz="1400" u="none" cap="none" strike="noStrike">
                <a:solidFill>
                  <a:srgbClr val="000080"/>
                </a:solidFill>
                <a:highlight>
                  <a:srgbClr val="FFFFFF"/>
                </a:highlight>
                <a:latin typeface="Arial"/>
                <a:ea typeface="Arial"/>
                <a:cs typeface="Arial"/>
                <a:sym typeface="Arial"/>
              </a:rPr>
              <a:t>.</a:t>
            </a:r>
            <a:r>
              <a:rPr b="0" i="0" lang="en-US" sz="1400" u="none" cap="none" strike="noStrike">
                <a:solidFill>
                  <a:srgbClr val="000000"/>
                </a:solidFill>
                <a:highlight>
                  <a:srgbClr val="FFFFFF"/>
                </a:highlight>
                <a:latin typeface="Arial"/>
                <a:ea typeface="Arial"/>
                <a:cs typeface="Arial"/>
                <a:sym typeface="Arial"/>
              </a:rPr>
              <a:t>say</a:t>
            </a:r>
            <a:r>
              <a:rPr b="1" i="0" lang="en-US" sz="1400" u="none" cap="none" strike="noStrike">
                <a:solidFill>
                  <a:srgbClr val="000080"/>
                </a:solidFill>
                <a:highlight>
                  <a:srgbClr val="FFFFFF"/>
                </a:highlight>
                <a:latin typeface="Arial"/>
                <a:ea typeface="Arial"/>
                <a:cs typeface="Arial"/>
                <a:sym typeface="Arial"/>
              </a:rPr>
              <a:t>();</a:t>
            </a:r>
            <a:endParaRPr b="0" i="0" sz="1400" u="none" cap="none" strike="noStrike">
              <a:solidFill>
                <a:srgbClr val="000000"/>
              </a:solidFill>
              <a:highlight>
                <a:srgbClr val="FFFFFF"/>
              </a:highlight>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000080"/>
                </a:solidFill>
                <a:highlight>
                  <a:srgbClr val="FFFFFF"/>
                </a:highlight>
                <a:latin typeface="Arial"/>
                <a:ea typeface="Arial"/>
                <a:cs typeface="Arial"/>
                <a:sym typeface="Arial"/>
              </a:rPr>
              <a:t>&lt;/</a:t>
            </a:r>
            <a:r>
              <a:rPr b="0" i="0" lang="en-US" sz="1400" u="none" cap="none" strike="noStrike">
                <a:solidFill>
                  <a:srgbClr val="000000"/>
                </a:solidFill>
                <a:highlight>
                  <a:srgbClr val="FFFFFF"/>
                </a:highlight>
                <a:latin typeface="Arial"/>
                <a:ea typeface="Arial"/>
                <a:cs typeface="Arial"/>
                <a:sym typeface="Arial"/>
              </a:rPr>
              <a:t>script</a:t>
            </a:r>
            <a:r>
              <a:rPr b="1" i="0" lang="en-US" sz="1400" u="none" cap="none" strike="noStrike">
                <a:solidFill>
                  <a:srgbClr val="000080"/>
                </a:solidFill>
                <a:highlight>
                  <a:srgbClr val="FFFFFF"/>
                </a:highlight>
                <a:latin typeface="Arial"/>
                <a:ea typeface="Arial"/>
                <a:cs typeface="Arial"/>
                <a:sym typeface="Arial"/>
              </a:rPr>
              <a:t>&gt;</a:t>
            </a:r>
            <a:endParaRPr b="0" i="0" sz="800" u="none" cap="none" strike="noStrike">
              <a:solidFill>
                <a:srgbClr val="000000"/>
              </a:solidFill>
              <a:highlight>
                <a:srgbClr val="FFFFFF"/>
              </a:highlight>
              <a:latin typeface="Arial"/>
              <a:ea typeface="Arial"/>
              <a:cs typeface="Arial"/>
              <a:sym typeface="Arial"/>
            </a:endParaRPr>
          </a:p>
        </p:txBody>
      </p:sp>
      <p:sp>
        <p:nvSpPr>
          <p:cNvPr id="212" name="Google Shape;212;p13"/>
          <p:cNvSpPr txBox="1"/>
          <p:nvPr/>
        </p:nvSpPr>
        <p:spPr>
          <a:xfrm>
            <a:off x="879475" y="1433197"/>
            <a:ext cx="10281000" cy="1467600"/>
          </a:xfrm>
          <a:prstGeom prst="rect">
            <a:avLst/>
          </a:prstGeom>
          <a:noFill/>
          <a:ln>
            <a:noFill/>
          </a:ln>
        </p:spPr>
        <p:txBody>
          <a:bodyPr anchorCtr="0" anchor="t" bIns="45700" lIns="91425" spcFirstLastPara="1" rIns="91425" wrap="square" tIns="45700">
            <a:noAutofit/>
          </a:bodyPr>
          <a:lstStyle/>
          <a:p>
            <a:pPr indent="0" lvl="0" marL="114300" marR="0" rtl="0" algn="l">
              <a:lnSpc>
                <a:spcPct val="90000"/>
              </a:lnSpc>
              <a:spcBef>
                <a:spcPts val="1000"/>
              </a:spcBef>
              <a:spcAft>
                <a:spcPts val="0"/>
              </a:spcAft>
              <a:buClr>
                <a:schemeClr val="dk1"/>
              </a:buClr>
              <a:buSzPts val="1800"/>
              <a:buFont typeface="Arial"/>
              <a:buNone/>
            </a:pPr>
            <a:r>
              <a:rPr b="0" i="0" lang="en-US" sz="1800" u="none" cap="none" strike="noStrike">
                <a:solidFill>
                  <a:srgbClr val="000000"/>
                </a:solidFill>
                <a:latin typeface="Arial"/>
                <a:ea typeface="Arial"/>
                <a:cs typeface="Arial"/>
                <a:sym typeface="Arial"/>
              </a:rPr>
              <a:t>Super KeyWord</a:t>
            </a:r>
            <a:endParaRPr b="0" i="0" sz="1800" u="none" cap="none" strike="noStrike">
              <a:solidFill>
                <a:srgbClr val="000000"/>
              </a:solidFill>
              <a:latin typeface="Arial"/>
              <a:ea typeface="Arial"/>
              <a:cs typeface="Arial"/>
              <a:sym typeface="Arial"/>
            </a:endParaRPr>
          </a:p>
          <a:p>
            <a:pPr indent="-342900" lvl="0" marL="457200" marR="0" rtl="0" algn="l">
              <a:lnSpc>
                <a:spcPct val="90000"/>
              </a:lnSpc>
              <a:spcBef>
                <a:spcPts val="1000"/>
              </a:spcBef>
              <a:spcAft>
                <a:spcPts val="0"/>
              </a:spcAft>
              <a:buClr>
                <a:schemeClr val="dk1"/>
              </a:buClr>
              <a:buSzPts val="1800"/>
              <a:buFont typeface="Arial"/>
              <a:buChar char="•"/>
            </a:pPr>
            <a:r>
              <a:rPr b="0" i="0" lang="en-US" sz="1400" u="none" cap="none" strike="noStrike">
                <a:solidFill>
                  <a:srgbClr val="333333"/>
                </a:solidFill>
                <a:latin typeface="Arial"/>
                <a:ea typeface="Arial"/>
                <a:cs typeface="Arial"/>
                <a:sym typeface="Arial"/>
              </a:rPr>
              <a:t>Accessing the properties and methods of the parent class: In the subclass, super can be used to access the properties and methods of the parent class</a:t>
            </a:r>
            <a:endParaRPr b="0" i="0" sz="1400" u="none" cap="none" strike="noStrike">
              <a:solidFill>
                <a:srgbClr val="000000"/>
              </a:solidFill>
              <a:latin typeface="Arial"/>
              <a:ea typeface="Arial"/>
              <a:cs typeface="Arial"/>
              <a:sym typeface="Arial"/>
            </a:endParaRPr>
          </a:p>
          <a:p>
            <a:pPr indent="-342900" lvl="0" marL="457200" marR="0" rtl="0" algn="l">
              <a:lnSpc>
                <a:spcPct val="90000"/>
              </a:lnSpc>
              <a:spcBef>
                <a:spcPts val="1000"/>
              </a:spcBef>
              <a:spcAft>
                <a:spcPts val="0"/>
              </a:spcAft>
              <a:buClr>
                <a:schemeClr val="dk1"/>
              </a:buClr>
              <a:buSzPts val="1800"/>
              <a:buFont typeface="Arial"/>
              <a:buChar char="•"/>
            </a:pPr>
            <a:r>
              <a:rPr b="0" i="0" lang="en-US" sz="1400" u="none" cap="none" strike="noStrike">
                <a:solidFill>
                  <a:srgbClr val="333333"/>
                </a:solidFill>
                <a:latin typeface="Arial"/>
                <a:ea typeface="Arial"/>
                <a:cs typeface="Arial"/>
                <a:sym typeface="Arial"/>
              </a:rPr>
              <a:t>Calling the constructor of the parent class: In the constructor of the subclass, super can be used to call the constructor of the parent class</a:t>
            </a:r>
            <a:endParaRPr b="0" i="0" sz="1400" u="none" cap="none" strike="noStrike">
              <a:solidFill>
                <a:srgbClr val="000000"/>
              </a:solidFill>
              <a:latin typeface="Arial"/>
              <a:ea typeface="Arial"/>
              <a:cs typeface="Arial"/>
              <a:sym typeface="Arial"/>
            </a:endParaRPr>
          </a:p>
          <a:p>
            <a:pPr indent="-228600" lvl="0" marL="457200" marR="0" rtl="0" algn="l">
              <a:lnSpc>
                <a:spcPct val="90000"/>
              </a:lnSpc>
              <a:spcBef>
                <a:spcPts val="1000"/>
              </a:spcBef>
              <a:spcAft>
                <a:spcPts val="0"/>
              </a:spcAft>
              <a:buClr>
                <a:schemeClr val="dk1"/>
              </a:buClr>
              <a:buSzPts val="1800"/>
              <a:buFont typeface="Arial"/>
              <a:buNone/>
            </a:pPr>
            <a:r>
              <a:t/>
            </a:r>
            <a:endParaRPr b="0" i="0" sz="1100" u="none" cap="none" strike="noStrike">
              <a:solidFill>
                <a:srgbClr val="333333"/>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Talentlabs ERB course Theme">
  <a:themeElements>
    <a:clrScheme name="TalentLabs">
      <a:dk1>
        <a:srgbClr val="3E4754"/>
      </a:dk1>
      <a:lt1>
        <a:srgbClr val="F0EFEE"/>
      </a:lt1>
      <a:dk2>
        <a:srgbClr val="3C607E"/>
      </a:dk2>
      <a:lt2>
        <a:srgbClr val="E6E6E6"/>
      </a:lt2>
      <a:accent1>
        <a:srgbClr val="5080A6"/>
      </a:accent1>
      <a:accent2>
        <a:srgbClr val="FFB182"/>
      </a:accent2>
      <a:accent3>
        <a:srgbClr val="FFBBC6"/>
      </a:accent3>
      <a:accent4>
        <a:srgbClr val="FBD590"/>
      </a:accent4>
      <a:accent5>
        <a:srgbClr val="77A8C9"/>
      </a:accent5>
      <a:accent6>
        <a:srgbClr val="C4E7AA"/>
      </a:accent6>
      <a:hlink>
        <a:srgbClr val="DABAA3"/>
      </a:hlink>
      <a:folHlink>
        <a:srgbClr val="77A8C9"/>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file>