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uJ9kSvqEdEKGFHJCJIbOb854c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8613B9-BED5-4AFC-B209-D6828E116FD7}">
  <a:tblStyle styleId="{FA8613B9-BED5-4AFC-B209-D6828E116F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046441c3a4_0_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046441c3a4_0_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g3046441c3a4_0_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046441c3a4_0_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046441c3a4_0_8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046441c3a4_0_8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g3046441c3a4_0_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g3046441c3a4_0_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g3046441c3a4_0_8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046441c3a4_0_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046441c3a4_0_1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g3046441c3a4_0_15"/>
          <p:cNvSpPr txBox="1"/>
          <p:nvPr>
            <p:ph idx="1" type="body"/>
          </p:nvPr>
        </p:nvSpPr>
        <p:spPr>
          <a:xfrm>
            <a:off x="66458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g3046441c3a4_0_15"/>
          <p:cNvSpPr txBox="1"/>
          <p:nvPr>
            <p:ph idx="2" type="body"/>
          </p:nvPr>
        </p:nvSpPr>
        <p:spPr>
          <a:xfrm>
            <a:off x="432025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g3046441c3a4_0_15"/>
          <p:cNvSpPr txBox="1"/>
          <p:nvPr>
            <p:ph idx="3" type="body"/>
          </p:nvPr>
        </p:nvSpPr>
        <p:spPr>
          <a:xfrm>
            <a:off x="7975921" y="1825625"/>
            <a:ext cx="35178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046441c3a4_0_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046441c3a4_0_2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g3046441c3a4_0_21"/>
          <p:cNvSpPr txBox="1"/>
          <p:nvPr>
            <p:ph idx="1" type="body"/>
          </p:nvPr>
        </p:nvSpPr>
        <p:spPr>
          <a:xfrm>
            <a:off x="119317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g3046441c3a4_0_21"/>
          <p:cNvSpPr txBox="1"/>
          <p:nvPr>
            <p:ph idx="2" type="body"/>
          </p:nvPr>
        </p:nvSpPr>
        <p:spPr>
          <a:xfrm>
            <a:off x="484884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g3046441c3a4_0_21"/>
          <p:cNvSpPr txBox="1"/>
          <p:nvPr>
            <p:ph idx="3" type="body"/>
          </p:nvPr>
        </p:nvSpPr>
        <p:spPr>
          <a:xfrm>
            <a:off x="8504511" y="1954477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g3046441c3a4_0_21"/>
          <p:cNvSpPr txBox="1"/>
          <p:nvPr>
            <p:ph idx="4" type="body"/>
          </p:nvPr>
        </p:nvSpPr>
        <p:spPr>
          <a:xfrm>
            <a:off x="119317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g3046441c3a4_0_21"/>
          <p:cNvSpPr txBox="1"/>
          <p:nvPr>
            <p:ph idx="5" type="body"/>
          </p:nvPr>
        </p:nvSpPr>
        <p:spPr>
          <a:xfrm>
            <a:off x="484884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g3046441c3a4_0_21"/>
          <p:cNvSpPr txBox="1"/>
          <p:nvPr>
            <p:ph idx="6" type="body"/>
          </p:nvPr>
        </p:nvSpPr>
        <p:spPr>
          <a:xfrm>
            <a:off x="8504511" y="4117413"/>
            <a:ext cx="2849400" cy="18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046441c3a4_0_3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g3046441c3a4_0_3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g3046441c3a4_0_3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g3046441c3a4_0_3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1_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046441c3a4_0_36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chemeClr val="accent3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color">
  <p:cSld name="Blank color">
    <p:bg>
      <p:bgPr>
        <a:solidFill>
          <a:schemeClr val="accen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046441c3a4_0_38"/>
          <p:cNvSpPr txBox="1"/>
          <p:nvPr>
            <p:ph idx="12" type="sldNum"/>
          </p:nvPr>
        </p:nvSpPr>
        <p:spPr>
          <a:xfrm>
            <a:off x="145433" y="194699"/>
            <a:ext cx="2409600" cy="16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buClr>
                <a:srgbClr val="909297"/>
              </a:buClr>
              <a:buSzPts val="1200"/>
              <a:buFont typeface="Arial"/>
              <a:buNone/>
              <a:defRPr sz="1200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Slide">
  <p:cSld name="General Slid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46441c3a4_0_4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046441c3a4_0_4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53" name="Google Shape;53;g3046441c3a4_0_4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046441c3a4_0_45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046441c3a4_0_45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09297"/>
              </a:buClr>
              <a:buSzPts val="2400"/>
              <a:buNone/>
              <a:defRPr sz="2400">
                <a:solidFill>
                  <a:srgbClr val="909297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2000"/>
              <a:buNone/>
              <a:defRPr sz="2000">
                <a:solidFill>
                  <a:srgbClr val="909297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800"/>
              <a:buNone/>
              <a:defRPr sz="1800">
                <a:solidFill>
                  <a:srgbClr val="909297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09297"/>
              </a:buClr>
              <a:buSzPts val="1600"/>
              <a:buNone/>
              <a:defRPr sz="1600">
                <a:solidFill>
                  <a:srgbClr val="909297"/>
                </a:solidFill>
              </a:defRPr>
            </a:lvl9pPr>
          </a:lstStyle>
          <a:p/>
        </p:txBody>
      </p:sp>
      <p:sp>
        <p:nvSpPr>
          <p:cNvPr id="57" name="Google Shape;57;g3046441c3a4_0_4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g3046441c3a4_0_4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g3046441c3a4_0_45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046441c3a4_0_51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046441c3a4_0_51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3" name="Google Shape;63;g3046441c3a4_0_51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g3046441c3a4_0_51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5" name="Google Shape;65;g3046441c3a4_0_51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g3046441c3a4_0_5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g3046441c3a4_0_5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g3046441c3a4_0_51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46441c3a4_0_6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046441c3a4_0_60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2" name="Google Shape;72;g3046441c3a4_0_60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g3046441c3a4_0_6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g3046441c3a4_0_6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g3046441c3a4_0_6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046441c3a4_0_67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046441c3a4_0_67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g3046441c3a4_0_67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g3046441c3a4_0_6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g3046441c3a4_0_6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g3046441c3a4_0_67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46441c3a4_0_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g3046441c3a4_0_7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g3046441c3a4_0_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g3046441c3a4_0_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g3046441c3a4_0_74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46441c3a4_0_8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046441c3a4_0_8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g3046441c3a4_0_8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g3046441c3a4_0_8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g3046441c3a4_0_8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046441c3a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g3046441c3a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g3046441c3a4_0_0"/>
          <p:cNvSpPr txBox="1"/>
          <p:nvPr>
            <p:ph idx="12" type="sldNum"/>
          </p:nvPr>
        </p:nvSpPr>
        <p:spPr>
          <a:xfrm>
            <a:off x="483228" y="6356350"/>
            <a:ext cx="709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200" u="none" cap="none" strike="noStrike">
                <a:solidFill>
                  <a:srgbClr val="909297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10310420" y="6331352"/>
            <a:ext cx="1704102" cy="41668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>
            <p:ph idx="1" type="body"/>
          </p:nvPr>
        </p:nvSpPr>
        <p:spPr>
          <a:xfrm>
            <a:off x="3801934" y="7091961"/>
            <a:ext cx="4589400" cy="24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2860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chemeClr val="lt1"/>
                </a:solidFill>
              </a:rPr>
              <a:t>Function as a data typ </a:t>
            </a:r>
            <a:endParaRPr/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801" y="1641414"/>
            <a:ext cx="6027751" cy="377378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6605100" y="2344575"/>
            <a:ext cx="4739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0EFEE"/>
                </a:solidFill>
                <a:latin typeface="Arial"/>
                <a:ea typeface="Arial"/>
                <a:cs typeface="Arial"/>
                <a:sym typeface="Arial"/>
              </a:rPr>
              <a:t>Lecture 6</a:t>
            </a:r>
            <a:endParaRPr b="1" i="0" sz="4400" u="none" cap="none" strike="noStrike">
              <a:solidFill>
                <a:srgbClr val="3E47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7124700" y="3774200"/>
            <a:ext cx="4219800" cy="14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 as an Object 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22860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7707700" y="3532925"/>
            <a:ext cx="3619500" cy="0"/>
          </a:xfrm>
          <a:prstGeom prst="straightConnector1">
            <a:avLst/>
          </a:prstGeom>
          <a:noFill/>
          <a:ln cap="flat" cmpd="sng" w="9525">
            <a:solidFill>
              <a:srgbClr val="F0EFE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05" y="756904"/>
            <a:ext cx="5508795" cy="550879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type="title"/>
          </p:nvPr>
        </p:nvSpPr>
        <p:spPr>
          <a:xfrm>
            <a:off x="7280476" y="1626765"/>
            <a:ext cx="407332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Agenda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7280476" y="3102015"/>
            <a:ext cx="4073324" cy="2426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Functions as a Data Type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Storing Function in a Variable</a:t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•"/>
            </a:pPr>
            <a:r>
              <a:rPr lang="en-US" sz="2500">
                <a:solidFill>
                  <a:schemeClr val="lt1"/>
                </a:solidFill>
              </a:rPr>
              <a:t>Passing Functions as an Input</a:t>
            </a:r>
            <a:endParaRPr sz="2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8" name="Google Shape;118;p3"/>
          <p:cNvGrpSpPr/>
          <p:nvPr/>
        </p:nvGrpSpPr>
        <p:grpSpPr>
          <a:xfrm>
            <a:off x="8923224" y="3307131"/>
            <a:ext cx="2993315" cy="2620023"/>
            <a:chOff x="5259929" y="732609"/>
            <a:chExt cx="6557447" cy="5739679"/>
          </a:xfrm>
        </p:grpSpPr>
        <p:grpSp>
          <p:nvGrpSpPr>
            <p:cNvPr id="119" name="Google Shape;119;p3"/>
            <p:cNvGrpSpPr/>
            <p:nvPr/>
          </p:nvGrpSpPr>
          <p:grpSpPr>
            <a:xfrm rot="-819711">
              <a:off x="7170204" y="1966879"/>
              <a:ext cx="818239" cy="1067012"/>
              <a:chOff x="7135154" y="1236172"/>
              <a:chExt cx="818239" cy="1067012"/>
            </a:xfrm>
          </p:grpSpPr>
          <p:sp>
            <p:nvSpPr>
              <p:cNvPr id="120" name="Google Shape;120;p3"/>
              <p:cNvSpPr/>
              <p:nvPr/>
            </p:nvSpPr>
            <p:spPr>
              <a:xfrm>
                <a:off x="7515757" y="1236172"/>
                <a:ext cx="437636" cy="579959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" name="Google Shape;121;p3"/>
              <p:cNvGrpSpPr/>
              <p:nvPr/>
            </p:nvGrpSpPr>
            <p:grpSpPr>
              <a:xfrm>
                <a:off x="7135154" y="1625666"/>
                <a:ext cx="791263" cy="677518"/>
                <a:chOff x="1934025" y="1001650"/>
                <a:chExt cx="415300" cy="355600"/>
              </a:xfrm>
            </p:grpSpPr>
            <p:sp>
              <p:nvSpPr>
                <p:cNvPr id="122" name="Google Shape;122;p3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" name="Google Shape;123;p3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" name="Google Shape;124;p3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5" name="Google Shape;125;p3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126" name="Google Shape;126;p3"/>
            <p:cNvSpPr/>
            <p:nvPr/>
          </p:nvSpPr>
          <p:spPr>
            <a:xfrm rot="859076">
              <a:off x="6902959" y="4365208"/>
              <a:ext cx="594943" cy="763617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 rot="-1283923">
              <a:off x="11027933" y="4691747"/>
              <a:ext cx="615998" cy="1067146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8" name="Google Shape;128;p3"/>
            <p:cNvGrpSpPr/>
            <p:nvPr/>
          </p:nvGrpSpPr>
          <p:grpSpPr>
            <a:xfrm rot="929063">
              <a:off x="10666804" y="845475"/>
              <a:ext cx="970497" cy="919297"/>
              <a:chOff x="2583100" y="2973775"/>
              <a:chExt cx="461550" cy="437200"/>
            </a:xfrm>
          </p:grpSpPr>
          <p:sp>
            <p:nvSpPr>
              <p:cNvPr id="129" name="Google Shape;129;p3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3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" name="Google Shape;131;p3"/>
            <p:cNvGrpSpPr/>
            <p:nvPr/>
          </p:nvGrpSpPr>
          <p:grpSpPr>
            <a:xfrm>
              <a:off x="5259929" y="5850591"/>
              <a:ext cx="836160" cy="621697"/>
              <a:chOff x="5247525" y="3007275"/>
              <a:chExt cx="517575" cy="384825"/>
            </a:xfrm>
          </p:grpSpPr>
          <p:sp>
            <p:nvSpPr>
              <p:cNvPr id="132" name="Google Shape;132;p3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3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" name="Google Shape;134;p3"/>
            <p:cNvGrpSpPr/>
            <p:nvPr/>
          </p:nvGrpSpPr>
          <p:grpSpPr>
            <a:xfrm rot="-995547">
              <a:off x="8647518" y="3715003"/>
              <a:ext cx="874254" cy="717779"/>
              <a:chOff x="2599525" y="3688600"/>
              <a:chExt cx="428675" cy="351950"/>
            </a:xfrm>
          </p:grpSpPr>
          <p:sp>
            <p:nvSpPr>
              <p:cNvPr id="135" name="Google Shape;135;p3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3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3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3"/>
            <p:cNvGrpSpPr/>
            <p:nvPr/>
          </p:nvGrpSpPr>
          <p:grpSpPr>
            <a:xfrm>
              <a:off x="10447576" y="3460793"/>
              <a:ext cx="688367" cy="688367"/>
              <a:chOff x="5941025" y="3634400"/>
              <a:chExt cx="467650" cy="467650"/>
            </a:xfrm>
          </p:grpSpPr>
          <p:sp>
            <p:nvSpPr>
              <p:cNvPr id="139" name="Google Shape;139;p3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3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3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3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3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3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3"/>
            <p:cNvGrpSpPr/>
            <p:nvPr/>
          </p:nvGrpSpPr>
          <p:grpSpPr>
            <a:xfrm rot="-1150443">
              <a:off x="9034399" y="1570431"/>
              <a:ext cx="754931" cy="714873"/>
              <a:chOff x="5973900" y="318475"/>
              <a:chExt cx="401900" cy="380575"/>
            </a:xfrm>
          </p:grpSpPr>
          <p:sp>
            <p:nvSpPr>
              <p:cNvPr id="146" name="Google Shape;146;p3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3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3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3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3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3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3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3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3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3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3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3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3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3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0" name="Google Shape;160;p3"/>
            <p:cNvGrpSpPr/>
            <p:nvPr/>
          </p:nvGrpSpPr>
          <p:grpSpPr>
            <a:xfrm rot="-2485111">
              <a:off x="7686365" y="5449375"/>
              <a:ext cx="833869" cy="799904"/>
              <a:chOff x="5233525" y="4954450"/>
              <a:chExt cx="538275" cy="516350"/>
            </a:xfrm>
          </p:grpSpPr>
          <p:sp>
            <p:nvSpPr>
              <p:cNvPr id="161" name="Google Shape;161;p3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3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3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3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3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3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3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3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3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3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2" name="Google Shape;172;p3"/>
          <p:cNvSpPr txBox="1"/>
          <p:nvPr>
            <p:ph type="title"/>
          </p:nvPr>
        </p:nvSpPr>
        <p:spPr>
          <a:xfrm>
            <a:off x="838199" y="365125"/>
            <a:ext cx="108922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Functions as a Data Type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Function</a:t>
            </a:r>
            <a:endParaRPr/>
          </a:p>
        </p:txBody>
      </p:sp>
      <p:sp>
        <p:nvSpPr>
          <p:cNvPr id="178" name="Google Shape;178;p4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 sub-program that perform a specific task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Takes in some input and give some output (returning values or perform some actions)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179" name="Google Shape;179;p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Data Type</a:t>
            </a:r>
            <a:endParaRPr/>
          </a:p>
        </p:txBody>
      </p:sp>
      <p:sp>
        <p:nvSpPr>
          <p:cNvPr id="186" name="Google Shape;186;p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Represent a data structure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can be stored in a variable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can be passed to a function as an input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  <p:sp>
        <p:nvSpPr>
          <p:cNvPr id="187" name="Google Shape;187;p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Function as an object/data type</a:t>
            </a:r>
            <a:endParaRPr/>
          </a:p>
        </p:txBody>
      </p:sp>
      <p:sp>
        <p:nvSpPr>
          <p:cNvPr id="194" name="Google Shape;194;p6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Equals to “Function as first class citizen”, or “first class function”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 Java (old Java), or C++, </a:t>
            </a:r>
            <a:r>
              <a:rPr b="1" lang="en-US" sz="2400"/>
              <a:t>function</a:t>
            </a:r>
            <a:r>
              <a:rPr lang="en-US" sz="2400"/>
              <a:t> is a special concept on its own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 Python and Javascript (and other languages), </a:t>
            </a:r>
            <a:r>
              <a:rPr b="1" lang="en-US" sz="2400"/>
              <a:t>functions</a:t>
            </a:r>
            <a:r>
              <a:rPr lang="en-US" sz="2400"/>
              <a:t> is a type of “data” and could be store in a “variable”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Thus, it could be passed into functions as an input</a:t>
            </a:r>
            <a:endParaRPr sz="2400"/>
          </a:p>
        </p:txBody>
      </p:sp>
      <p:sp>
        <p:nvSpPr>
          <p:cNvPr id="195" name="Google Shape;195;p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p7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204" name="Google Shape;204;p7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205" name="Google Shape;205;p7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6" name="Google Shape;206;p7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207" name="Google Shape;207;p7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7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7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" name="Google Shape;210;p7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11" name="Google Shape;211;p7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" name="Google Shape;213;p7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214" name="Google Shape;214;p7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6" name="Google Shape;216;p7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217" name="Google Shape;217;p7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7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7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3" name="Google Shape;223;p7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" name="Google Shape;226;p7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" name="Google Shape;229;p7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" name="Google Shape;230;p7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231" name="Google Shape;231;p7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7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246" name="Google Shape;246;p7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7" name="Google Shape;257;p7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Storing function in a variable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Still remember how to define a function?</a:t>
            </a:r>
            <a:endParaRPr sz="2800"/>
          </a:p>
        </p:txBody>
      </p:sp>
      <p:sp>
        <p:nvSpPr>
          <p:cNvPr id="263" name="Google Shape;263;p8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031" y="4662198"/>
            <a:ext cx="2218949" cy="221894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2984150" y="3647175"/>
            <a:ext cx="21363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 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7251350" y="3647175"/>
            <a:ext cx="21363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5918" y="2392888"/>
            <a:ext cx="31527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8"/>
          <p:cNvSpPr/>
          <p:nvPr/>
        </p:nvSpPr>
        <p:spPr>
          <a:xfrm>
            <a:off x="7620625" y="2270725"/>
            <a:ext cx="1469400" cy="8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8"/>
          <p:cNvCxnSpPr/>
          <p:nvPr/>
        </p:nvCxnSpPr>
        <p:spPr>
          <a:xfrm flipH="1" rot="10800000">
            <a:off x="7068325" y="2555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8"/>
          <p:cNvSpPr txBox="1"/>
          <p:nvPr/>
        </p:nvSpPr>
        <p:spPr>
          <a:xfrm>
            <a:off x="7141275" y="21736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8"/>
          <p:cNvCxnSpPr/>
          <p:nvPr/>
        </p:nvCxnSpPr>
        <p:spPr>
          <a:xfrm flipH="1" rot="10800000">
            <a:off x="7068325" y="29369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" name="Google Shape;272;p8"/>
          <p:cNvSpPr txBox="1"/>
          <p:nvPr/>
        </p:nvSpPr>
        <p:spPr>
          <a:xfrm>
            <a:off x="7141275" y="29356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" name="Google Shape;273;p8"/>
          <p:cNvCxnSpPr/>
          <p:nvPr/>
        </p:nvCxnSpPr>
        <p:spPr>
          <a:xfrm flipH="1" rot="10800000">
            <a:off x="9090025" y="270512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" name="Google Shape;274;p8"/>
          <p:cNvSpPr txBox="1"/>
          <p:nvPr/>
        </p:nvSpPr>
        <p:spPr>
          <a:xfrm>
            <a:off x="9122475" y="23260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 different way of defining a function</a:t>
            </a:r>
            <a:endParaRPr sz="2800"/>
          </a:p>
        </p:txBody>
      </p:sp>
      <p:sp>
        <p:nvSpPr>
          <p:cNvPr id="280" name="Google Shape;280;p9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3082245" y="2885175"/>
            <a:ext cx="21363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Old Way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7251350" y="3951975"/>
            <a:ext cx="2136300" cy="4616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 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3" name="Google Shape;2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4007" y="1935688"/>
            <a:ext cx="31527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9"/>
          <p:cNvSpPr/>
          <p:nvPr/>
        </p:nvSpPr>
        <p:spPr>
          <a:xfrm>
            <a:off x="7620625" y="2575525"/>
            <a:ext cx="1469400" cy="87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" name="Google Shape;285;p9"/>
          <p:cNvCxnSpPr/>
          <p:nvPr/>
        </p:nvCxnSpPr>
        <p:spPr>
          <a:xfrm flipH="1" rot="10800000">
            <a:off x="7068325" y="28607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6" name="Google Shape;286;p9"/>
          <p:cNvSpPr txBox="1"/>
          <p:nvPr/>
        </p:nvSpPr>
        <p:spPr>
          <a:xfrm>
            <a:off x="7141275" y="24784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p9"/>
          <p:cNvCxnSpPr/>
          <p:nvPr/>
        </p:nvCxnSpPr>
        <p:spPr>
          <a:xfrm flipH="1" rot="10800000">
            <a:off x="7068325" y="3241700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" name="Google Shape;288;p9"/>
          <p:cNvSpPr txBox="1"/>
          <p:nvPr/>
        </p:nvSpPr>
        <p:spPr>
          <a:xfrm>
            <a:off x="7141275" y="3240475"/>
            <a:ext cx="29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9"/>
          <p:cNvCxnSpPr/>
          <p:nvPr/>
        </p:nvCxnSpPr>
        <p:spPr>
          <a:xfrm flipH="1" rot="10800000">
            <a:off x="9090025" y="3009925"/>
            <a:ext cx="552300" cy="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9"/>
          <p:cNvSpPr txBox="1"/>
          <p:nvPr/>
        </p:nvSpPr>
        <p:spPr>
          <a:xfrm>
            <a:off x="9122475" y="2630875"/>
            <a:ext cx="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+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59975" y="3666375"/>
            <a:ext cx="3780840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9"/>
          <p:cNvSpPr txBox="1"/>
          <p:nvPr/>
        </p:nvSpPr>
        <p:spPr>
          <a:xfrm>
            <a:off x="2828145" y="4637775"/>
            <a:ext cx="2644500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Storing a function in a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Using the function variable</a:t>
            </a:r>
            <a:endParaRPr sz="2800"/>
          </a:p>
        </p:txBody>
      </p:sp>
      <p:sp>
        <p:nvSpPr>
          <p:cNvPr id="298" name="Google Shape;298;p10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8313" y="1780700"/>
            <a:ext cx="5069675" cy="298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"/>
          <p:cNvSpPr/>
          <p:nvPr/>
        </p:nvSpPr>
        <p:spPr>
          <a:xfrm>
            <a:off x="3910761" y="-1316293"/>
            <a:ext cx="10860390" cy="10027052"/>
          </a:xfrm>
          <a:custGeom>
            <a:rect b="b" l="l" r="r" t="t"/>
            <a:pathLst>
              <a:path extrusionOk="0" h="10027052" w="10860390">
                <a:moveTo>
                  <a:pt x="4024997" y="975208"/>
                </a:moveTo>
                <a:cubicBezTo>
                  <a:pt x="3025930" y="1536125"/>
                  <a:pt x="4403880" y="3240041"/>
                  <a:pt x="3834497" y="4023208"/>
                </a:cubicBezTo>
                <a:cubicBezTo>
                  <a:pt x="3265114" y="4806375"/>
                  <a:pt x="1580247" y="4742875"/>
                  <a:pt x="608697" y="5674208"/>
                </a:cubicBezTo>
                <a:cubicBezTo>
                  <a:pt x="-362853" y="6605541"/>
                  <a:pt x="-212570" y="8635425"/>
                  <a:pt x="1357997" y="9230208"/>
                </a:cubicBezTo>
                <a:cubicBezTo>
                  <a:pt x="2928564" y="9824991"/>
                  <a:pt x="8620280" y="10671658"/>
                  <a:pt x="10032097" y="9242908"/>
                </a:cubicBezTo>
                <a:cubicBezTo>
                  <a:pt x="11443914" y="7814158"/>
                  <a:pt x="10830080" y="2039891"/>
                  <a:pt x="9828897" y="657708"/>
                </a:cubicBezTo>
                <a:cubicBezTo>
                  <a:pt x="8827714" y="-724475"/>
                  <a:pt x="5024064" y="414291"/>
                  <a:pt x="4024997" y="975208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5441049" y="1166224"/>
            <a:ext cx="7799816" cy="6734956"/>
          </a:xfrm>
          <a:custGeom>
            <a:rect b="b" l="l" r="r" t="t"/>
            <a:pathLst>
              <a:path extrusionOk="0" h="6734956" w="7799816">
                <a:moveTo>
                  <a:pt x="7248257" y="887164"/>
                </a:moveTo>
                <a:cubicBezTo>
                  <a:pt x="7045057" y="-102099"/>
                  <a:pt x="6403373" y="-152899"/>
                  <a:pt x="6013015" y="197354"/>
                </a:cubicBezTo>
                <a:cubicBezTo>
                  <a:pt x="5622657" y="547607"/>
                  <a:pt x="5652068" y="2451269"/>
                  <a:pt x="4906110" y="2988680"/>
                </a:cubicBezTo>
                <a:cubicBezTo>
                  <a:pt x="4160152" y="3526091"/>
                  <a:pt x="2593372" y="3058198"/>
                  <a:pt x="1537267" y="3421818"/>
                </a:cubicBezTo>
                <a:cubicBezTo>
                  <a:pt x="481162" y="3785438"/>
                  <a:pt x="-518795" y="5403017"/>
                  <a:pt x="302026" y="6325438"/>
                </a:cubicBezTo>
                <a:cubicBezTo>
                  <a:pt x="1106805" y="6766596"/>
                  <a:pt x="6074510" y="7039312"/>
                  <a:pt x="7232215" y="6132933"/>
                </a:cubicBezTo>
                <a:cubicBezTo>
                  <a:pt x="8389920" y="5226554"/>
                  <a:pt x="7451457" y="1876427"/>
                  <a:pt x="7248257" y="887164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6" name="Google Shape;306;p11"/>
          <p:cNvGrpSpPr/>
          <p:nvPr/>
        </p:nvGrpSpPr>
        <p:grpSpPr>
          <a:xfrm>
            <a:off x="8923271" y="3307227"/>
            <a:ext cx="2993546" cy="2620037"/>
            <a:chOff x="5259751" y="732778"/>
            <a:chExt cx="6557604" cy="5739403"/>
          </a:xfrm>
        </p:grpSpPr>
        <p:grpSp>
          <p:nvGrpSpPr>
            <p:cNvPr id="307" name="Google Shape;307;p11"/>
            <p:cNvGrpSpPr/>
            <p:nvPr/>
          </p:nvGrpSpPr>
          <p:grpSpPr>
            <a:xfrm rot="-819746">
              <a:off x="7170211" y="1966797"/>
              <a:ext cx="818210" cy="1067033"/>
              <a:chOff x="7135192" y="1236172"/>
              <a:chExt cx="818214" cy="1067038"/>
            </a:xfrm>
          </p:grpSpPr>
          <p:sp>
            <p:nvSpPr>
              <p:cNvPr id="308" name="Google Shape;308;p11"/>
              <p:cNvSpPr/>
              <p:nvPr/>
            </p:nvSpPr>
            <p:spPr>
              <a:xfrm>
                <a:off x="7515757" y="1236172"/>
                <a:ext cx="437649" cy="579977"/>
              </a:xfrm>
              <a:custGeom>
                <a:rect b="b" l="l" r="r" t="t"/>
                <a:pathLst>
                  <a:path extrusionOk="0" fill="none" h="15880" w="11983">
                    <a:moveTo>
                      <a:pt x="5992" y="0"/>
                    </a:moveTo>
                    <a:lnTo>
                      <a:pt x="5992" y="0"/>
                    </a:lnTo>
                    <a:lnTo>
                      <a:pt x="5675" y="0"/>
                    </a:lnTo>
                    <a:lnTo>
                      <a:pt x="5383" y="25"/>
                    </a:lnTo>
                    <a:lnTo>
                      <a:pt x="5091" y="73"/>
                    </a:lnTo>
                    <a:lnTo>
                      <a:pt x="4774" y="122"/>
                    </a:lnTo>
                    <a:lnTo>
                      <a:pt x="4506" y="195"/>
                    </a:lnTo>
                    <a:lnTo>
                      <a:pt x="4214" y="268"/>
                    </a:lnTo>
                    <a:lnTo>
                      <a:pt x="3654" y="463"/>
                    </a:lnTo>
                    <a:lnTo>
                      <a:pt x="3142" y="731"/>
                    </a:lnTo>
                    <a:lnTo>
                      <a:pt x="2631" y="1023"/>
                    </a:lnTo>
                    <a:lnTo>
                      <a:pt x="2192" y="1364"/>
                    </a:lnTo>
                    <a:lnTo>
                      <a:pt x="1754" y="1754"/>
                    </a:lnTo>
                    <a:lnTo>
                      <a:pt x="1364" y="2192"/>
                    </a:lnTo>
                    <a:lnTo>
                      <a:pt x="1023" y="2631"/>
                    </a:lnTo>
                    <a:lnTo>
                      <a:pt x="731" y="3142"/>
                    </a:lnTo>
                    <a:lnTo>
                      <a:pt x="463" y="3653"/>
                    </a:lnTo>
                    <a:lnTo>
                      <a:pt x="268" y="4214"/>
                    </a:lnTo>
                    <a:lnTo>
                      <a:pt x="195" y="4506"/>
                    </a:lnTo>
                    <a:lnTo>
                      <a:pt x="122" y="4774"/>
                    </a:lnTo>
                    <a:lnTo>
                      <a:pt x="73" y="5090"/>
                    </a:lnTo>
                    <a:lnTo>
                      <a:pt x="25" y="5383"/>
                    </a:lnTo>
                    <a:lnTo>
                      <a:pt x="0" y="5675"/>
                    </a:lnTo>
                    <a:lnTo>
                      <a:pt x="0" y="5991"/>
                    </a:lnTo>
                    <a:lnTo>
                      <a:pt x="0" y="5991"/>
                    </a:lnTo>
                    <a:lnTo>
                      <a:pt x="25" y="6430"/>
                    </a:lnTo>
                    <a:lnTo>
                      <a:pt x="73" y="6868"/>
                    </a:lnTo>
                    <a:lnTo>
                      <a:pt x="147" y="7331"/>
                    </a:lnTo>
                    <a:lnTo>
                      <a:pt x="268" y="7769"/>
                    </a:lnTo>
                    <a:lnTo>
                      <a:pt x="390" y="8208"/>
                    </a:lnTo>
                    <a:lnTo>
                      <a:pt x="561" y="8646"/>
                    </a:lnTo>
                    <a:lnTo>
                      <a:pt x="731" y="9085"/>
                    </a:lnTo>
                    <a:lnTo>
                      <a:pt x="926" y="9523"/>
                    </a:lnTo>
                    <a:lnTo>
                      <a:pt x="1145" y="9937"/>
                    </a:lnTo>
                    <a:lnTo>
                      <a:pt x="1389" y="10375"/>
                    </a:lnTo>
                    <a:lnTo>
                      <a:pt x="1900" y="11179"/>
                    </a:lnTo>
                    <a:lnTo>
                      <a:pt x="2436" y="11958"/>
                    </a:lnTo>
                    <a:lnTo>
                      <a:pt x="2996" y="12689"/>
                    </a:lnTo>
                    <a:lnTo>
                      <a:pt x="3556" y="13371"/>
                    </a:lnTo>
                    <a:lnTo>
                      <a:pt x="4092" y="13980"/>
                    </a:lnTo>
                    <a:lnTo>
                      <a:pt x="4603" y="14540"/>
                    </a:lnTo>
                    <a:lnTo>
                      <a:pt x="5066" y="15003"/>
                    </a:lnTo>
                    <a:lnTo>
                      <a:pt x="5724" y="15636"/>
                    </a:lnTo>
                    <a:lnTo>
                      <a:pt x="5992" y="15880"/>
                    </a:lnTo>
                    <a:lnTo>
                      <a:pt x="5992" y="15880"/>
                    </a:lnTo>
                    <a:lnTo>
                      <a:pt x="6260" y="15636"/>
                    </a:lnTo>
                    <a:lnTo>
                      <a:pt x="6917" y="15003"/>
                    </a:lnTo>
                    <a:lnTo>
                      <a:pt x="7380" y="14540"/>
                    </a:lnTo>
                    <a:lnTo>
                      <a:pt x="7891" y="13980"/>
                    </a:lnTo>
                    <a:lnTo>
                      <a:pt x="8427" y="13371"/>
                    </a:lnTo>
                    <a:lnTo>
                      <a:pt x="8987" y="12689"/>
                    </a:lnTo>
                    <a:lnTo>
                      <a:pt x="9548" y="11958"/>
                    </a:lnTo>
                    <a:lnTo>
                      <a:pt x="10083" y="11179"/>
                    </a:lnTo>
                    <a:lnTo>
                      <a:pt x="10595" y="10375"/>
                    </a:lnTo>
                    <a:lnTo>
                      <a:pt x="10838" y="9937"/>
                    </a:lnTo>
                    <a:lnTo>
                      <a:pt x="11058" y="9523"/>
                    </a:lnTo>
                    <a:lnTo>
                      <a:pt x="11252" y="9085"/>
                    </a:lnTo>
                    <a:lnTo>
                      <a:pt x="11423" y="8646"/>
                    </a:lnTo>
                    <a:lnTo>
                      <a:pt x="11593" y="8208"/>
                    </a:lnTo>
                    <a:lnTo>
                      <a:pt x="11715" y="7769"/>
                    </a:lnTo>
                    <a:lnTo>
                      <a:pt x="11837" y="7331"/>
                    </a:lnTo>
                    <a:lnTo>
                      <a:pt x="11910" y="6868"/>
                    </a:lnTo>
                    <a:lnTo>
                      <a:pt x="11959" y="6430"/>
                    </a:lnTo>
                    <a:lnTo>
                      <a:pt x="11983" y="5991"/>
                    </a:lnTo>
                    <a:lnTo>
                      <a:pt x="11983" y="5991"/>
                    </a:lnTo>
                    <a:lnTo>
                      <a:pt x="11983" y="5675"/>
                    </a:lnTo>
                    <a:lnTo>
                      <a:pt x="11959" y="5383"/>
                    </a:lnTo>
                    <a:lnTo>
                      <a:pt x="11910" y="5090"/>
                    </a:lnTo>
                    <a:lnTo>
                      <a:pt x="11861" y="4774"/>
                    </a:lnTo>
                    <a:lnTo>
                      <a:pt x="11788" y="4506"/>
                    </a:lnTo>
                    <a:lnTo>
                      <a:pt x="11715" y="4214"/>
                    </a:lnTo>
                    <a:lnTo>
                      <a:pt x="11520" y="3653"/>
                    </a:lnTo>
                    <a:lnTo>
                      <a:pt x="11252" y="3142"/>
                    </a:lnTo>
                    <a:lnTo>
                      <a:pt x="10960" y="2631"/>
                    </a:lnTo>
                    <a:lnTo>
                      <a:pt x="10619" y="2192"/>
                    </a:lnTo>
                    <a:lnTo>
                      <a:pt x="10229" y="1754"/>
                    </a:lnTo>
                    <a:lnTo>
                      <a:pt x="9791" y="1364"/>
                    </a:lnTo>
                    <a:lnTo>
                      <a:pt x="9353" y="1023"/>
                    </a:lnTo>
                    <a:lnTo>
                      <a:pt x="8841" y="731"/>
                    </a:lnTo>
                    <a:lnTo>
                      <a:pt x="8330" y="463"/>
                    </a:lnTo>
                    <a:lnTo>
                      <a:pt x="7770" y="268"/>
                    </a:lnTo>
                    <a:lnTo>
                      <a:pt x="7477" y="195"/>
                    </a:lnTo>
                    <a:lnTo>
                      <a:pt x="7209" y="122"/>
                    </a:lnTo>
                    <a:lnTo>
                      <a:pt x="6893" y="73"/>
                    </a:lnTo>
                    <a:lnTo>
                      <a:pt x="6601" y="25"/>
                    </a:lnTo>
                    <a:lnTo>
                      <a:pt x="6308" y="0"/>
                    </a:lnTo>
                    <a:lnTo>
                      <a:pt x="5992" y="0"/>
                    </a:lnTo>
                    <a:lnTo>
                      <a:pt x="5992" y="0"/>
                    </a:lnTo>
                    <a:close/>
                    <a:moveTo>
                      <a:pt x="5992" y="8549"/>
                    </a:moveTo>
                    <a:lnTo>
                      <a:pt x="5992" y="8549"/>
                    </a:lnTo>
                    <a:lnTo>
                      <a:pt x="5724" y="8549"/>
                    </a:lnTo>
                    <a:lnTo>
                      <a:pt x="5480" y="8500"/>
                    </a:lnTo>
                    <a:lnTo>
                      <a:pt x="5237" y="8451"/>
                    </a:lnTo>
                    <a:lnTo>
                      <a:pt x="4993" y="8354"/>
                    </a:lnTo>
                    <a:lnTo>
                      <a:pt x="4774" y="8257"/>
                    </a:lnTo>
                    <a:lnTo>
                      <a:pt x="4555" y="8110"/>
                    </a:lnTo>
                    <a:lnTo>
                      <a:pt x="4360" y="7964"/>
                    </a:lnTo>
                    <a:lnTo>
                      <a:pt x="4189" y="7794"/>
                    </a:lnTo>
                    <a:lnTo>
                      <a:pt x="4019" y="7623"/>
                    </a:lnTo>
                    <a:lnTo>
                      <a:pt x="3873" y="7428"/>
                    </a:lnTo>
                    <a:lnTo>
                      <a:pt x="3727" y="7209"/>
                    </a:lnTo>
                    <a:lnTo>
                      <a:pt x="3629" y="6990"/>
                    </a:lnTo>
                    <a:lnTo>
                      <a:pt x="3532" y="6746"/>
                    </a:lnTo>
                    <a:lnTo>
                      <a:pt x="3483" y="6503"/>
                    </a:lnTo>
                    <a:lnTo>
                      <a:pt x="3434" y="6259"/>
                    </a:lnTo>
                    <a:lnTo>
                      <a:pt x="3434" y="5991"/>
                    </a:lnTo>
                    <a:lnTo>
                      <a:pt x="3434" y="5991"/>
                    </a:lnTo>
                    <a:lnTo>
                      <a:pt x="3434" y="5724"/>
                    </a:lnTo>
                    <a:lnTo>
                      <a:pt x="3483" y="5480"/>
                    </a:lnTo>
                    <a:lnTo>
                      <a:pt x="3532" y="5236"/>
                    </a:lnTo>
                    <a:lnTo>
                      <a:pt x="3629" y="4993"/>
                    </a:lnTo>
                    <a:lnTo>
                      <a:pt x="3727" y="4774"/>
                    </a:lnTo>
                    <a:lnTo>
                      <a:pt x="3873" y="4555"/>
                    </a:lnTo>
                    <a:lnTo>
                      <a:pt x="4019" y="4360"/>
                    </a:lnTo>
                    <a:lnTo>
                      <a:pt x="4189" y="4189"/>
                    </a:lnTo>
                    <a:lnTo>
                      <a:pt x="4360" y="4019"/>
                    </a:lnTo>
                    <a:lnTo>
                      <a:pt x="4555" y="3873"/>
                    </a:lnTo>
                    <a:lnTo>
                      <a:pt x="4774" y="3726"/>
                    </a:lnTo>
                    <a:lnTo>
                      <a:pt x="4993" y="3629"/>
                    </a:lnTo>
                    <a:lnTo>
                      <a:pt x="5237" y="3532"/>
                    </a:lnTo>
                    <a:lnTo>
                      <a:pt x="5480" y="3483"/>
                    </a:lnTo>
                    <a:lnTo>
                      <a:pt x="5724" y="3434"/>
                    </a:lnTo>
                    <a:lnTo>
                      <a:pt x="5992" y="3434"/>
                    </a:lnTo>
                    <a:lnTo>
                      <a:pt x="5992" y="3434"/>
                    </a:lnTo>
                    <a:lnTo>
                      <a:pt x="6260" y="3434"/>
                    </a:lnTo>
                    <a:lnTo>
                      <a:pt x="6503" y="3483"/>
                    </a:lnTo>
                    <a:lnTo>
                      <a:pt x="6747" y="3532"/>
                    </a:lnTo>
                    <a:lnTo>
                      <a:pt x="6990" y="3629"/>
                    </a:lnTo>
                    <a:lnTo>
                      <a:pt x="7209" y="3726"/>
                    </a:lnTo>
                    <a:lnTo>
                      <a:pt x="7429" y="3873"/>
                    </a:lnTo>
                    <a:lnTo>
                      <a:pt x="7623" y="4019"/>
                    </a:lnTo>
                    <a:lnTo>
                      <a:pt x="7794" y="4189"/>
                    </a:lnTo>
                    <a:lnTo>
                      <a:pt x="7964" y="4360"/>
                    </a:lnTo>
                    <a:lnTo>
                      <a:pt x="8111" y="4555"/>
                    </a:lnTo>
                    <a:lnTo>
                      <a:pt x="8257" y="4774"/>
                    </a:lnTo>
                    <a:lnTo>
                      <a:pt x="8354" y="4993"/>
                    </a:lnTo>
                    <a:lnTo>
                      <a:pt x="8452" y="5236"/>
                    </a:lnTo>
                    <a:lnTo>
                      <a:pt x="8500" y="5480"/>
                    </a:lnTo>
                    <a:lnTo>
                      <a:pt x="8549" y="5724"/>
                    </a:lnTo>
                    <a:lnTo>
                      <a:pt x="8549" y="5991"/>
                    </a:lnTo>
                    <a:lnTo>
                      <a:pt x="8549" y="5991"/>
                    </a:lnTo>
                    <a:lnTo>
                      <a:pt x="8549" y="6259"/>
                    </a:lnTo>
                    <a:lnTo>
                      <a:pt x="8500" y="6503"/>
                    </a:lnTo>
                    <a:lnTo>
                      <a:pt x="8452" y="6746"/>
                    </a:lnTo>
                    <a:lnTo>
                      <a:pt x="8354" y="6990"/>
                    </a:lnTo>
                    <a:lnTo>
                      <a:pt x="8257" y="7209"/>
                    </a:lnTo>
                    <a:lnTo>
                      <a:pt x="8111" y="7428"/>
                    </a:lnTo>
                    <a:lnTo>
                      <a:pt x="7964" y="7623"/>
                    </a:lnTo>
                    <a:lnTo>
                      <a:pt x="7794" y="7794"/>
                    </a:lnTo>
                    <a:lnTo>
                      <a:pt x="7623" y="7964"/>
                    </a:lnTo>
                    <a:lnTo>
                      <a:pt x="7429" y="8110"/>
                    </a:lnTo>
                    <a:lnTo>
                      <a:pt x="7209" y="8257"/>
                    </a:lnTo>
                    <a:lnTo>
                      <a:pt x="6990" y="8354"/>
                    </a:lnTo>
                    <a:lnTo>
                      <a:pt x="6747" y="8451"/>
                    </a:lnTo>
                    <a:lnTo>
                      <a:pt x="6503" y="8500"/>
                    </a:lnTo>
                    <a:lnTo>
                      <a:pt x="6260" y="8549"/>
                    </a:lnTo>
                    <a:lnTo>
                      <a:pt x="5992" y="8549"/>
                    </a:lnTo>
                    <a:lnTo>
                      <a:pt x="5992" y="8549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9" name="Google Shape;309;p11"/>
              <p:cNvGrpSpPr/>
              <p:nvPr/>
            </p:nvGrpSpPr>
            <p:grpSpPr>
              <a:xfrm>
                <a:off x="7135192" y="1625685"/>
                <a:ext cx="791271" cy="677525"/>
                <a:chOff x="1934025" y="1001650"/>
                <a:chExt cx="415300" cy="355600"/>
              </a:xfrm>
            </p:grpSpPr>
            <p:sp>
              <p:nvSpPr>
                <p:cNvPr id="310" name="Google Shape;310;p11"/>
                <p:cNvSpPr/>
                <p:nvPr/>
              </p:nvSpPr>
              <p:spPr>
                <a:xfrm>
                  <a:off x="1934025" y="1303650"/>
                  <a:ext cx="207650" cy="53600"/>
                </a:xfrm>
                <a:custGeom>
                  <a:rect b="b" l="l" r="r" t="t"/>
                  <a:pathLst>
                    <a:path extrusionOk="0" fill="none" h="2144" w="8306">
                      <a:moveTo>
                        <a:pt x="1" y="0"/>
                      </a:moveTo>
                      <a:lnTo>
                        <a:pt x="1" y="487"/>
                      </a:lnTo>
                      <a:lnTo>
                        <a:pt x="1" y="487"/>
                      </a:lnTo>
                      <a:lnTo>
                        <a:pt x="25" y="633"/>
                      </a:lnTo>
                      <a:lnTo>
                        <a:pt x="74" y="755"/>
                      </a:lnTo>
                      <a:lnTo>
                        <a:pt x="147" y="853"/>
                      </a:lnTo>
                      <a:lnTo>
                        <a:pt x="245" y="950"/>
                      </a:lnTo>
                      <a:lnTo>
                        <a:pt x="245" y="950"/>
                      </a:lnTo>
                      <a:lnTo>
                        <a:pt x="391" y="1023"/>
                      </a:lnTo>
                      <a:lnTo>
                        <a:pt x="561" y="1047"/>
                      </a:lnTo>
                      <a:lnTo>
                        <a:pt x="561" y="1047"/>
                      </a:lnTo>
                      <a:lnTo>
                        <a:pt x="732" y="1023"/>
                      </a:lnTo>
                      <a:lnTo>
                        <a:pt x="732" y="1023"/>
                      </a:lnTo>
                      <a:lnTo>
                        <a:pt x="1292" y="853"/>
                      </a:lnTo>
                      <a:lnTo>
                        <a:pt x="1657" y="780"/>
                      </a:lnTo>
                      <a:lnTo>
                        <a:pt x="2071" y="682"/>
                      </a:lnTo>
                      <a:lnTo>
                        <a:pt x="2534" y="609"/>
                      </a:lnTo>
                      <a:lnTo>
                        <a:pt x="3021" y="560"/>
                      </a:lnTo>
                      <a:lnTo>
                        <a:pt x="3581" y="512"/>
                      </a:lnTo>
                      <a:lnTo>
                        <a:pt x="4166" y="487"/>
                      </a:lnTo>
                      <a:lnTo>
                        <a:pt x="4166" y="487"/>
                      </a:lnTo>
                      <a:lnTo>
                        <a:pt x="4604" y="512"/>
                      </a:lnTo>
                      <a:lnTo>
                        <a:pt x="5018" y="536"/>
                      </a:lnTo>
                      <a:lnTo>
                        <a:pt x="5408" y="609"/>
                      </a:lnTo>
                      <a:lnTo>
                        <a:pt x="5773" y="682"/>
                      </a:lnTo>
                      <a:lnTo>
                        <a:pt x="6114" y="780"/>
                      </a:lnTo>
                      <a:lnTo>
                        <a:pt x="6431" y="877"/>
                      </a:lnTo>
                      <a:lnTo>
                        <a:pt x="6699" y="999"/>
                      </a:lnTo>
                      <a:lnTo>
                        <a:pt x="6966" y="1120"/>
                      </a:lnTo>
                      <a:lnTo>
                        <a:pt x="7186" y="1242"/>
                      </a:lnTo>
                      <a:lnTo>
                        <a:pt x="7405" y="1388"/>
                      </a:lnTo>
                      <a:lnTo>
                        <a:pt x="7770" y="1656"/>
                      </a:lnTo>
                      <a:lnTo>
                        <a:pt x="8062" y="1924"/>
                      </a:lnTo>
                      <a:lnTo>
                        <a:pt x="8306" y="2143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1" name="Google Shape;311;p11"/>
                <p:cNvSpPr/>
                <p:nvPr/>
              </p:nvSpPr>
              <p:spPr>
                <a:xfrm>
                  <a:off x="2141650" y="1303650"/>
                  <a:ext cx="207675" cy="53600"/>
                </a:xfrm>
                <a:custGeom>
                  <a:rect b="b" l="l" r="r" t="t"/>
                  <a:pathLst>
                    <a:path extrusionOk="0" fill="none" h="2144" w="8307">
                      <a:moveTo>
                        <a:pt x="1" y="2143"/>
                      </a:moveTo>
                      <a:lnTo>
                        <a:pt x="1" y="2143"/>
                      </a:lnTo>
                      <a:lnTo>
                        <a:pt x="245" y="1924"/>
                      </a:lnTo>
                      <a:lnTo>
                        <a:pt x="537" y="1656"/>
                      </a:lnTo>
                      <a:lnTo>
                        <a:pt x="902" y="1388"/>
                      </a:lnTo>
                      <a:lnTo>
                        <a:pt x="1121" y="1242"/>
                      </a:lnTo>
                      <a:lnTo>
                        <a:pt x="1341" y="1120"/>
                      </a:lnTo>
                      <a:lnTo>
                        <a:pt x="1608" y="999"/>
                      </a:lnTo>
                      <a:lnTo>
                        <a:pt x="1876" y="877"/>
                      </a:lnTo>
                      <a:lnTo>
                        <a:pt x="2193" y="780"/>
                      </a:lnTo>
                      <a:lnTo>
                        <a:pt x="2534" y="682"/>
                      </a:lnTo>
                      <a:lnTo>
                        <a:pt x="2899" y="609"/>
                      </a:lnTo>
                      <a:lnTo>
                        <a:pt x="3289" y="536"/>
                      </a:lnTo>
                      <a:lnTo>
                        <a:pt x="3703" y="512"/>
                      </a:lnTo>
                      <a:lnTo>
                        <a:pt x="4141" y="487"/>
                      </a:lnTo>
                      <a:lnTo>
                        <a:pt x="4141" y="487"/>
                      </a:lnTo>
                      <a:lnTo>
                        <a:pt x="4726" y="512"/>
                      </a:lnTo>
                      <a:lnTo>
                        <a:pt x="5286" y="560"/>
                      </a:lnTo>
                      <a:lnTo>
                        <a:pt x="5773" y="609"/>
                      </a:lnTo>
                      <a:lnTo>
                        <a:pt x="6236" y="682"/>
                      </a:lnTo>
                      <a:lnTo>
                        <a:pt x="6650" y="780"/>
                      </a:lnTo>
                      <a:lnTo>
                        <a:pt x="7015" y="853"/>
                      </a:lnTo>
                      <a:lnTo>
                        <a:pt x="7575" y="1023"/>
                      </a:lnTo>
                      <a:lnTo>
                        <a:pt x="7575" y="1023"/>
                      </a:lnTo>
                      <a:lnTo>
                        <a:pt x="7746" y="1047"/>
                      </a:lnTo>
                      <a:lnTo>
                        <a:pt x="7746" y="1047"/>
                      </a:lnTo>
                      <a:lnTo>
                        <a:pt x="7916" y="1023"/>
                      </a:lnTo>
                      <a:lnTo>
                        <a:pt x="8062" y="950"/>
                      </a:lnTo>
                      <a:lnTo>
                        <a:pt x="8062" y="950"/>
                      </a:lnTo>
                      <a:lnTo>
                        <a:pt x="8160" y="853"/>
                      </a:lnTo>
                      <a:lnTo>
                        <a:pt x="8233" y="755"/>
                      </a:lnTo>
                      <a:lnTo>
                        <a:pt x="8282" y="633"/>
                      </a:lnTo>
                      <a:lnTo>
                        <a:pt x="8306" y="487"/>
                      </a:lnTo>
                      <a:lnTo>
                        <a:pt x="8306" y="0"/>
                      </a:lnTo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2" name="Google Shape;312;p11"/>
                <p:cNvSpPr/>
                <p:nvPr/>
              </p:nvSpPr>
              <p:spPr>
                <a:xfrm>
                  <a:off x="1934025" y="1001650"/>
                  <a:ext cx="207650" cy="331250"/>
                </a:xfrm>
                <a:custGeom>
                  <a:rect b="b" l="l" r="r" t="t"/>
                  <a:pathLst>
                    <a:path extrusionOk="0" fill="none" h="13250" w="8306">
                      <a:moveTo>
                        <a:pt x="8306" y="2192"/>
                      </a:moveTo>
                      <a:lnTo>
                        <a:pt x="8306" y="13249"/>
                      </a:lnTo>
                      <a:lnTo>
                        <a:pt x="8306" y="13249"/>
                      </a:lnTo>
                      <a:lnTo>
                        <a:pt x="8062" y="13030"/>
                      </a:lnTo>
                      <a:lnTo>
                        <a:pt x="7770" y="12762"/>
                      </a:lnTo>
                      <a:lnTo>
                        <a:pt x="7405" y="12494"/>
                      </a:lnTo>
                      <a:lnTo>
                        <a:pt x="7186" y="12348"/>
                      </a:lnTo>
                      <a:lnTo>
                        <a:pt x="6966" y="12226"/>
                      </a:lnTo>
                      <a:lnTo>
                        <a:pt x="6699" y="12105"/>
                      </a:lnTo>
                      <a:lnTo>
                        <a:pt x="6431" y="11983"/>
                      </a:lnTo>
                      <a:lnTo>
                        <a:pt x="6114" y="11885"/>
                      </a:lnTo>
                      <a:lnTo>
                        <a:pt x="5773" y="11788"/>
                      </a:lnTo>
                      <a:lnTo>
                        <a:pt x="5408" y="11715"/>
                      </a:lnTo>
                      <a:lnTo>
                        <a:pt x="5018" y="11642"/>
                      </a:lnTo>
                      <a:lnTo>
                        <a:pt x="4604" y="11617"/>
                      </a:lnTo>
                      <a:lnTo>
                        <a:pt x="4166" y="11593"/>
                      </a:lnTo>
                      <a:lnTo>
                        <a:pt x="4166" y="11593"/>
                      </a:lnTo>
                      <a:lnTo>
                        <a:pt x="3581" y="11617"/>
                      </a:lnTo>
                      <a:lnTo>
                        <a:pt x="3021" y="11666"/>
                      </a:lnTo>
                      <a:lnTo>
                        <a:pt x="2534" y="11715"/>
                      </a:lnTo>
                      <a:lnTo>
                        <a:pt x="2071" y="11788"/>
                      </a:lnTo>
                      <a:lnTo>
                        <a:pt x="1657" y="11885"/>
                      </a:lnTo>
                      <a:lnTo>
                        <a:pt x="1292" y="11958"/>
                      </a:lnTo>
                      <a:lnTo>
                        <a:pt x="732" y="12129"/>
                      </a:lnTo>
                      <a:lnTo>
                        <a:pt x="732" y="12129"/>
                      </a:lnTo>
                      <a:lnTo>
                        <a:pt x="561" y="12153"/>
                      </a:lnTo>
                      <a:lnTo>
                        <a:pt x="561" y="12153"/>
                      </a:lnTo>
                      <a:lnTo>
                        <a:pt x="391" y="12129"/>
                      </a:lnTo>
                      <a:lnTo>
                        <a:pt x="245" y="12056"/>
                      </a:lnTo>
                      <a:lnTo>
                        <a:pt x="245" y="12056"/>
                      </a:lnTo>
                      <a:lnTo>
                        <a:pt x="147" y="11958"/>
                      </a:lnTo>
                      <a:lnTo>
                        <a:pt x="74" y="11861"/>
                      </a:lnTo>
                      <a:lnTo>
                        <a:pt x="25" y="11739"/>
                      </a:lnTo>
                      <a:lnTo>
                        <a:pt x="1" y="11593"/>
                      </a:lnTo>
                      <a:lnTo>
                        <a:pt x="1" y="1656"/>
                      </a:lnTo>
                      <a:lnTo>
                        <a:pt x="1" y="1656"/>
                      </a:lnTo>
                      <a:lnTo>
                        <a:pt x="25" y="1534"/>
                      </a:lnTo>
                      <a:lnTo>
                        <a:pt x="50" y="1437"/>
                      </a:lnTo>
                      <a:lnTo>
                        <a:pt x="123" y="1315"/>
                      </a:lnTo>
                      <a:lnTo>
                        <a:pt x="196" y="1242"/>
                      </a:lnTo>
                      <a:lnTo>
                        <a:pt x="196" y="1242"/>
                      </a:lnTo>
                      <a:lnTo>
                        <a:pt x="342" y="1120"/>
                      </a:lnTo>
                      <a:lnTo>
                        <a:pt x="512" y="974"/>
                      </a:lnTo>
                      <a:lnTo>
                        <a:pt x="926" y="755"/>
                      </a:lnTo>
                      <a:lnTo>
                        <a:pt x="1389" y="536"/>
                      </a:lnTo>
                      <a:lnTo>
                        <a:pt x="1901" y="341"/>
                      </a:lnTo>
                      <a:lnTo>
                        <a:pt x="2461" y="195"/>
                      </a:lnTo>
                      <a:lnTo>
                        <a:pt x="3021" y="73"/>
                      </a:lnTo>
                      <a:lnTo>
                        <a:pt x="3581" y="24"/>
                      </a:lnTo>
                      <a:lnTo>
                        <a:pt x="4166" y="0"/>
                      </a:lnTo>
                      <a:lnTo>
                        <a:pt x="4166" y="0"/>
                      </a:lnTo>
                      <a:lnTo>
                        <a:pt x="4531" y="0"/>
                      </a:lnTo>
                      <a:lnTo>
                        <a:pt x="4872" y="49"/>
                      </a:lnTo>
                      <a:lnTo>
                        <a:pt x="5213" y="98"/>
                      </a:lnTo>
                      <a:lnTo>
                        <a:pt x="5530" y="171"/>
                      </a:lnTo>
                      <a:lnTo>
                        <a:pt x="5822" y="268"/>
                      </a:lnTo>
                      <a:lnTo>
                        <a:pt x="6114" y="365"/>
                      </a:lnTo>
                      <a:lnTo>
                        <a:pt x="6358" y="487"/>
                      </a:lnTo>
                      <a:lnTo>
                        <a:pt x="6626" y="609"/>
                      </a:lnTo>
                      <a:lnTo>
                        <a:pt x="7064" y="901"/>
                      </a:lnTo>
                      <a:lnTo>
                        <a:pt x="7429" y="1169"/>
                      </a:lnTo>
                      <a:lnTo>
                        <a:pt x="7746" y="1437"/>
                      </a:lnTo>
                      <a:lnTo>
                        <a:pt x="8014" y="1681"/>
                      </a:lnTo>
                      <a:lnTo>
                        <a:pt x="8014" y="1681"/>
                      </a:lnTo>
                      <a:lnTo>
                        <a:pt x="8136" y="1802"/>
                      </a:lnTo>
                      <a:lnTo>
                        <a:pt x="8136" y="1802"/>
                      </a:lnTo>
                      <a:lnTo>
                        <a:pt x="8209" y="1875"/>
                      </a:lnTo>
                      <a:lnTo>
                        <a:pt x="8257" y="1973"/>
                      </a:lnTo>
                      <a:lnTo>
                        <a:pt x="8306" y="2095"/>
                      </a:lnTo>
                      <a:lnTo>
                        <a:pt x="8306" y="2192"/>
                      </a:lnTo>
                      <a:lnTo>
                        <a:pt x="8306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>
                  <a:off x="2141650" y="1001650"/>
                  <a:ext cx="207675" cy="331250"/>
                </a:xfrm>
                <a:custGeom>
                  <a:rect b="b" l="l" r="r" t="t"/>
                  <a:pathLst>
                    <a:path extrusionOk="0" fill="none" h="13250" w="8307">
                      <a:moveTo>
                        <a:pt x="1" y="2192"/>
                      </a:moveTo>
                      <a:lnTo>
                        <a:pt x="1" y="13249"/>
                      </a:lnTo>
                      <a:lnTo>
                        <a:pt x="1" y="13249"/>
                      </a:lnTo>
                      <a:lnTo>
                        <a:pt x="245" y="13030"/>
                      </a:lnTo>
                      <a:lnTo>
                        <a:pt x="537" y="12762"/>
                      </a:lnTo>
                      <a:lnTo>
                        <a:pt x="902" y="12494"/>
                      </a:lnTo>
                      <a:lnTo>
                        <a:pt x="1121" y="12348"/>
                      </a:lnTo>
                      <a:lnTo>
                        <a:pt x="1341" y="12226"/>
                      </a:lnTo>
                      <a:lnTo>
                        <a:pt x="1608" y="12105"/>
                      </a:lnTo>
                      <a:lnTo>
                        <a:pt x="1876" y="11983"/>
                      </a:lnTo>
                      <a:lnTo>
                        <a:pt x="2193" y="11885"/>
                      </a:lnTo>
                      <a:lnTo>
                        <a:pt x="2534" y="11788"/>
                      </a:lnTo>
                      <a:lnTo>
                        <a:pt x="2899" y="11715"/>
                      </a:lnTo>
                      <a:lnTo>
                        <a:pt x="3289" y="11642"/>
                      </a:lnTo>
                      <a:lnTo>
                        <a:pt x="3703" y="11617"/>
                      </a:lnTo>
                      <a:lnTo>
                        <a:pt x="4141" y="11593"/>
                      </a:lnTo>
                      <a:lnTo>
                        <a:pt x="4141" y="11593"/>
                      </a:lnTo>
                      <a:lnTo>
                        <a:pt x="4726" y="11617"/>
                      </a:lnTo>
                      <a:lnTo>
                        <a:pt x="5286" y="11666"/>
                      </a:lnTo>
                      <a:lnTo>
                        <a:pt x="5773" y="11715"/>
                      </a:lnTo>
                      <a:lnTo>
                        <a:pt x="6236" y="11788"/>
                      </a:lnTo>
                      <a:lnTo>
                        <a:pt x="6650" y="11885"/>
                      </a:lnTo>
                      <a:lnTo>
                        <a:pt x="7015" y="11958"/>
                      </a:lnTo>
                      <a:lnTo>
                        <a:pt x="7575" y="12129"/>
                      </a:lnTo>
                      <a:lnTo>
                        <a:pt x="7575" y="12129"/>
                      </a:lnTo>
                      <a:lnTo>
                        <a:pt x="7746" y="12153"/>
                      </a:lnTo>
                      <a:lnTo>
                        <a:pt x="7746" y="12153"/>
                      </a:lnTo>
                      <a:lnTo>
                        <a:pt x="7916" y="12129"/>
                      </a:lnTo>
                      <a:lnTo>
                        <a:pt x="8062" y="12056"/>
                      </a:lnTo>
                      <a:lnTo>
                        <a:pt x="8062" y="12056"/>
                      </a:lnTo>
                      <a:lnTo>
                        <a:pt x="8160" y="11958"/>
                      </a:lnTo>
                      <a:lnTo>
                        <a:pt x="8233" y="11861"/>
                      </a:lnTo>
                      <a:lnTo>
                        <a:pt x="8282" y="11739"/>
                      </a:lnTo>
                      <a:lnTo>
                        <a:pt x="8306" y="11593"/>
                      </a:lnTo>
                      <a:lnTo>
                        <a:pt x="8306" y="1656"/>
                      </a:lnTo>
                      <a:lnTo>
                        <a:pt x="8306" y="1656"/>
                      </a:lnTo>
                      <a:lnTo>
                        <a:pt x="8282" y="1534"/>
                      </a:lnTo>
                      <a:lnTo>
                        <a:pt x="8257" y="1437"/>
                      </a:lnTo>
                      <a:lnTo>
                        <a:pt x="8184" y="1315"/>
                      </a:lnTo>
                      <a:lnTo>
                        <a:pt x="8111" y="1242"/>
                      </a:lnTo>
                      <a:lnTo>
                        <a:pt x="8111" y="1242"/>
                      </a:lnTo>
                      <a:lnTo>
                        <a:pt x="7965" y="1120"/>
                      </a:lnTo>
                      <a:lnTo>
                        <a:pt x="7795" y="974"/>
                      </a:lnTo>
                      <a:lnTo>
                        <a:pt x="7381" y="755"/>
                      </a:lnTo>
                      <a:lnTo>
                        <a:pt x="6918" y="536"/>
                      </a:lnTo>
                      <a:lnTo>
                        <a:pt x="6406" y="341"/>
                      </a:lnTo>
                      <a:lnTo>
                        <a:pt x="5846" y="195"/>
                      </a:lnTo>
                      <a:lnTo>
                        <a:pt x="5286" y="73"/>
                      </a:lnTo>
                      <a:lnTo>
                        <a:pt x="4726" y="24"/>
                      </a:lnTo>
                      <a:lnTo>
                        <a:pt x="4141" y="0"/>
                      </a:lnTo>
                      <a:lnTo>
                        <a:pt x="4141" y="0"/>
                      </a:lnTo>
                      <a:lnTo>
                        <a:pt x="3776" y="0"/>
                      </a:lnTo>
                      <a:lnTo>
                        <a:pt x="3435" y="49"/>
                      </a:lnTo>
                      <a:lnTo>
                        <a:pt x="3094" y="98"/>
                      </a:lnTo>
                      <a:lnTo>
                        <a:pt x="2777" y="171"/>
                      </a:lnTo>
                      <a:lnTo>
                        <a:pt x="2485" y="268"/>
                      </a:lnTo>
                      <a:lnTo>
                        <a:pt x="2193" y="365"/>
                      </a:lnTo>
                      <a:lnTo>
                        <a:pt x="1949" y="487"/>
                      </a:lnTo>
                      <a:lnTo>
                        <a:pt x="1681" y="609"/>
                      </a:lnTo>
                      <a:lnTo>
                        <a:pt x="1243" y="901"/>
                      </a:lnTo>
                      <a:lnTo>
                        <a:pt x="878" y="1169"/>
                      </a:lnTo>
                      <a:lnTo>
                        <a:pt x="561" y="1437"/>
                      </a:lnTo>
                      <a:lnTo>
                        <a:pt x="293" y="1681"/>
                      </a:lnTo>
                      <a:lnTo>
                        <a:pt x="293" y="1681"/>
                      </a:lnTo>
                      <a:lnTo>
                        <a:pt x="171" y="1802"/>
                      </a:lnTo>
                      <a:lnTo>
                        <a:pt x="171" y="1802"/>
                      </a:lnTo>
                      <a:lnTo>
                        <a:pt x="98" y="1875"/>
                      </a:lnTo>
                      <a:lnTo>
                        <a:pt x="50" y="1973"/>
                      </a:lnTo>
                      <a:lnTo>
                        <a:pt x="1" y="2095"/>
                      </a:lnTo>
                      <a:lnTo>
                        <a:pt x="1" y="2192"/>
                      </a:lnTo>
                      <a:lnTo>
                        <a:pt x="1" y="2192"/>
                      </a:lnTo>
                      <a:close/>
                    </a:path>
                  </a:pathLst>
                </a:custGeom>
                <a:noFill/>
                <a:ln cap="rnd" cmpd="sng" w="2857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14" name="Google Shape;314;p11"/>
            <p:cNvSpPr/>
            <p:nvPr/>
          </p:nvSpPr>
          <p:spPr>
            <a:xfrm rot="859025">
              <a:off x="6902969" y="4365203"/>
              <a:ext cx="594923" cy="763593"/>
            </a:xfrm>
            <a:custGeom>
              <a:rect b="b" l="l" r="r" t="t"/>
              <a:pathLst>
                <a:path extrusionOk="0" fill="none" h="20508" w="1597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 rot="-1283916">
              <a:off x="11027929" y="4691751"/>
              <a:ext cx="615985" cy="1067124"/>
            </a:xfrm>
            <a:custGeom>
              <a:rect b="b" l="l" r="r" t="t"/>
              <a:pathLst>
                <a:path extrusionOk="0" fill="none" h="20508" w="1183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cap="rnd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6" name="Google Shape;316;p11"/>
            <p:cNvGrpSpPr/>
            <p:nvPr/>
          </p:nvGrpSpPr>
          <p:grpSpPr>
            <a:xfrm rot="929101">
              <a:off x="10666777" y="845650"/>
              <a:ext cx="970514" cy="919313"/>
              <a:chOff x="2583100" y="2973775"/>
              <a:chExt cx="461550" cy="437200"/>
            </a:xfrm>
          </p:grpSpPr>
          <p:sp>
            <p:nvSpPr>
              <p:cNvPr id="317" name="Google Shape;317;p11"/>
              <p:cNvSpPr/>
              <p:nvPr/>
            </p:nvSpPr>
            <p:spPr>
              <a:xfrm>
                <a:off x="2701225" y="3315975"/>
                <a:ext cx="225300" cy="95000"/>
              </a:xfrm>
              <a:custGeom>
                <a:rect b="b" l="l" r="r" t="t"/>
                <a:pathLst>
                  <a:path extrusionOk="0" fill="none" h="3800" w="9012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11"/>
              <p:cNvSpPr/>
              <p:nvPr/>
            </p:nvSpPr>
            <p:spPr>
              <a:xfrm>
                <a:off x="2583100" y="2973775"/>
                <a:ext cx="461550" cy="336125"/>
              </a:xfrm>
              <a:custGeom>
                <a:rect b="b" l="l" r="r" t="t"/>
                <a:pathLst>
                  <a:path extrusionOk="0" fill="none" h="13445" w="18462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11"/>
            <p:cNvGrpSpPr/>
            <p:nvPr/>
          </p:nvGrpSpPr>
          <p:grpSpPr>
            <a:xfrm>
              <a:off x="5259751" y="5850496"/>
              <a:ext cx="836142" cy="621685"/>
              <a:chOff x="5247525" y="3007275"/>
              <a:chExt cx="517575" cy="384825"/>
            </a:xfrm>
          </p:grpSpPr>
          <p:sp>
            <p:nvSpPr>
              <p:cNvPr id="320" name="Google Shape;320;p11"/>
              <p:cNvSpPr/>
              <p:nvPr/>
            </p:nvSpPr>
            <p:spPr>
              <a:xfrm>
                <a:off x="5247525" y="3007275"/>
                <a:ext cx="348900" cy="348900"/>
              </a:xfrm>
              <a:custGeom>
                <a:rect b="b" l="l" r="r" t="t"/>
                <a:pathLst>
                  <a:path extrusionOk="0" fill="none" h="13956" w="13956">
                    <a:moveTo>
                      <a:pt x="13323" y="5772"/>
                    </a:moveTo>
                    <a:lnTo>
                      <a:pt x="11861" y="5626"/>
                    </a:lnTo>
                    <a:lnTo>
                      <a:pt x="11861" y="5626"/>
                    </a:lnTo>
                    <a:lnTo>
                      <a:pt x="11788" y="5334"/>
                    </a:lnTo>
                    <a:lnTo>
                      <a:pt x="11667" y="5042"/>
                    </a:lnTo>
                    <a:lnTo>
                      <a:pt x="11545" y="4750"/>
                    </a:lnTo>
                    <a:lnTo>
                      <a:pt x="11399" y="4482"/>
                    </a:lnTo>
                    <a:lnTo>
                      <a:pt x="12300" y="3337"/>
                    </a:lnTo>
                    <a:lnTo>
                      <a:pt x="12300" y="3337"/>
                    </a:lnTo>
                    <a:lnTo>
                      <a:pt x="12373" y="3240"/>
                    </a:lnTo>
                    <a:lnTo>
                      <a:pt x="12422" y="3118"/>
                    </a:lnTo>
                    <a:lnTo>
                      <a:pt x="12446" y="2996"/>
                    </a:lnTo>
                    <a:lnTo>
                      <a:pt x="12446" y="2850"/>
                    </a:lnTo>
                    <a:lnTo>
                      <a:pt x="12422" y="2728"/>
                    </a:lnTo>
                    <a:lnTo>
                      <a:pt x="12397" y="2606"/>
                    </a:lnTo>
                    <a:lnTo>
                      <a:pt x="12324" y="2485"/>
                    </a:lnTo>
                    <a:lnTo>
                      <a:pt x="12251" y="2387"/>
                    </a:lnTo>
                    <a:lnTo>
                      <a:pt x="11569" y="1705"/>
                    </a:lnTo>
                    <a:lnTo>
                      <a:pt x="11569" y="1705"/>
                    </a:lnTo>
                    <a:lnTo>
                      <a:pt x="11472" y="1632"/>
                    </a:lnTo>
                    <a:lnTo>
                      <a:pt x="11350" y="1559"/>
                    </a:lnTo>
                    <a:lnTo>
                      <a:pt x="11228" y="1510"/>
                    </a:lnTo>
                    <a:lnTo>
                      <a:pt x="11106" y="1510"/>
                    </a:lnTo>
                    <a:lnTo>
                      <a:pt x="10960" y="1510"/>
                    </a:lnTo>
                    <a:lnTo>
                      <a:pt x="10838" y="1535"/>
                    </a:lnTo>
                    <a:lnTo>
                      <a:pt x="10717" y="1583"/>
                    </a:lnTo>
                    <a:lnTo>
                      <a:pt x="10619" y="1656"/>
                    </a:lnTo>
                    <a:lnTo>
                      <a:pt x="9475" y="2558"/>
                    </a:lnTo>
                    <a:lnTo>
                      <a:pt x="9475" y="2558"/>
                    </a:lnTo>
                    <a:lnTo>
                      <a:pt x="9207" y="2411"/>
                    </a:lnTo>
                    <a:lnTo>
                      <a:pt x="8914" y="2290"/>
                    </a:lnTo>
                    <a:lnTo>
                      <a:pt x="8622" y="2168"/>
                    </a:lnTo>
                    <a:lnTo>
                      <a:pt x="8330" y="2070"/>
                    </a:lnTo>
                    <a:lnTo>
                      <a:pt x="8159" y="634"/>
                    </a:lnTo>
                    <a:lnTo>
                      <a:pt x="8159" y="634"/>
                    </a:lnTo>
                    <a:lnTo>
                      <a:pt x="8135" y="512"/>
                    </a:lnTo>
                    <a:lnTo>
                      <a:pt x="8086" y="390"/>
                    </a:lnTo>
                    <a:lnTo>
                      <a:pt x="8013" y="293"/>
                    </a:lnTo>
                    <a:lnTo>
                      <a:pt x="7940" y="195"/>
                    </a:lnTo>
                    <a:lnTo>
                      <a:pt x="7818" y="122"/>
                    </a:lnTo>
                    <a:lnTo>
                      <a:pt x="7721" y="49"/>
                    </a:lnTo>
                    <a:lnTo>
                      <a:pt x="7575" y="25"/>
                    </a:lnTo>
                    <a:lnTo>
                      <a:pt x="7453" y="0"/>
                    </a:lnTo>
                    <a:lnTo>
                      <a:pt x="6479" y="0"/>
                    </a:lnTo>
                    <a:lnTo>
                      <a:pt x="6479" y="0"/>
                    </a:lnTo>
                    <a:lnTo>
                      <a:pt x="6357" y="25"/>
                    </a:lnTo>
                    <a:lnTo>
                      <a:pt x="6235" y="49"/>
                    </a:lnTo>
                    <a:lnTo>
                      <a:pt x="6114" y="122"/>
                    </a:lnTo>
                    <a:lnTo>
                      <a:pt x="6016" y="195"/>
                    </a:lnTo>
                    <a:lnTo>
                      <a:pt x="5919" y="293"/>
                    </a:lnTo>
                    <a:lnTo>
                      <a:pt x="5846" y="390"/>
                    </a:lnTo>
                    <a:lnTo>
                      <a:pt x="5797" y="512"/>
                    </a:lnTo>
                    <a:lnTo>
                      <a:pt x="5773" y="634"/>
                    </a:lnTo>
                    <a:lnTo>
                      <a:pt x="5602" y="2070"/>
                    </a:lnTo>
                    <a:lnTo>
                      <a:pt x="5602" y="2070"/>
                    </a:lnTo>
                    <a:lnTo>
                      <a:pt x="5310" y="2168"/>
                    </a:lnTo>
                    <a:lnTo>
                      <a:pt x="5018" y="2290"/>
                    </a:lnTo>
                    <a:lnTo>
                      <a:pt x="4750" y="2411"/>
                    </a:lnTo>
                    <a:lnTo>
                      <a:pt x="4482" y="2558"/>
                    </a:lnTo>
                    <a:lnTo>
                      <a:pt x="3337" y="1656"/>
                    </a:lnTo>
                    <a:lnTo>
                      <a:pt x="3337" y="1656"/>
                    </a:lnTo>
                    <a:lnTo>
                      <a:pt x="3215" y="1583"/>
                    </a:lnTo>
                    <a:lnTo>
                      <a:pt x="3094" y="1535"/>
                    </a:lnTo>
                    <a:lnTo>
                      <a:pt x="2972" y="1510"/>
                    </a:lnTo>
                    <a:lnTo>
                      <a:pt x="2850" y="1510"/>
                    </a:lnTo>
                    <a:lnTo>
                      <a:pt x="2728" y="1510"/>
                    </a:lnTo>
                    <a:lnTo>
                      <a:pt x="2582" y="1559"/>
                    </a:lnTo>
                    <a:lnTo>
                      <a:pt x="2485" y="1632"/>
                    </a:lnTo>
                    <a:lnTo>
                      <a:pt x="2387" y="1705"/>
                    </a:lnTo>
                    <a:lnTo>
                      <a:pt x="1705" y="2387"/>
                    </a:lnTo>
                    <a:lnTo>
                      <a:pt x="1705" y="2387"/>
                    </a:lnTo>
                    <a:lnTo>
                      <a:pt x="1608" y="2485"/>
                    </a:lnTo>
                    <a:lnTo>
                      <a:pt x="1559" y="2606"/>
                    </a:lnTo>
                    <a:lnTo>
                      <a:pt x="1511" y="2728"/>
                    </a:lnTo>
                    <a:lnTo>
                      <a:pt x="1486" y="2850"/>
                    </a:lnTo>
                    <a:lnTo>
                      <a:pt x="1486" y="2996"/>
                    </a:lnTo>
                    <a:lnTo>
                      <a:pt x="1511" y="3118"/>
                    </a:lnTo>
                    <a:lnTo>
                      <a:pt x="1559" y="3240"/>
                    </a:lnTo>
                    <a:lnTo>
                      <a:pt x="1632" y="3337"/>
                    </a:lnTo>
                    <a:lnTo>
                      <a:pt x="2533" y="4482"/>
                    </a:lnTo>
                    <a:lnTo>
                      <a:pt x="2533" y="4482"/>
                    </a:lnTo>
                    <a:lnTo>
                      <a:pt x="2387" y="4750"/>
                    </a:lnTo>
                    <a:lnTo>
                      <a:pt x="2266" y="5042"/>
                    </a:lnTo>
                    <a:lnTo>
                      <a:pt x="2168" y="5334"/>
                    </a:lnTo>
                    <a:lnTo>
                      <a:pt x="2071" y="5626"/>
                    </a:lnTo>
                    <a:lnTo>
                      <a:pt x="634" y="5772"/>
                    </a:lnTo>
                    <a:lnTo>
                      <a:pt x="634" y="5772"/>
                    </a:lnTo>
                    <a:lnTo>
                      <a:pt x="512" y="5821"/>
                    </a:lnTo>
                    <a:lnTo>
                      <a:pt x="390" y="5870"/>
                    </a:lnTo>
                    <a:lnTo>
                      <a:pt x="268" y="5943"/>
                    </a:lnTo>
                    <a:lnTo>
                      <a:pt x="171" y="6016"/>
                    </a:lnTo>
                    <a:lnTo>
                      <a:pt x="98" y="6138"/>
                    </a:lnTo>
                    <a:lnTo>
                      <a:pt x="49" y="6235"/>
                    </a:lnTo>
                    <a:lnTo>
                      <a:pt x="1" y="6381"/>
                    </a:lnTo>
                    <a:lnTo>
                      <a:pt x="1" y="6503"/>
                    </a:lnTo>
                    <a:lnTo>
                      <a:pt x="1" y="7453"/>
                    </a:lnTo>
                    <a:lnTo>
                      <a:pt x="1" y="7453"/>
                    </a:lnTo>
                    <a:lnTo>
                      <a:pt x="1" y="7599"/>
                    </a:lnTo>
                    <a:lnTo>
                      <a:pt x="49" y="7721"/>
                    </a:lnTo>
                    <a:lnTo>
                      <a:pt x="98" y="7843"/>
                    </a:lnTo>
                    <a:lnTo>
                      <a:pt x="171" y="7940"/>
                    </a:lnTo>
                    <a:lnTo>
                      <a:pt x="268" y="8037"/>
                    </a:lnTo>
                    <a:lnTo>
                      <a:pt x="390" y="8111"/>
                    </a:lnTo>
                    <a:lnTo>
                      <a:pt x="512" y="8159"/>
                    </a:lnTo>
                    <a:lnTo>
                      <a:pt x="634" y="8184"/>
                    </a:lnTo>
                    <a:lnTo>
                      <a:pt x="2071" y="8354"/>
                    </a:lnTo>
                    <a:lnTo>
                      <a:pt x="2071" y="8354"/>
                    </a:lnTo>
                    <a:lnTo>
                      <a:pt x="2168" y="8646"/>
                    </a:lnTo>
                    <a:lnTo>
                      <a:pt x="2266" y="8914"/>
                    </a:lnTo>
                    <a:lnTo>
                      <a:pt x="2387" y="9206"/>
                    </a:lnTo>
                    <a:lnTo>
                      <a:pt x="2533" y="9474"/>
                    </a:lnTo>
                    <a:lnTo>
                      <a:pt x="1632" y="10619"/>
                    </a:lnTo>
                    <a:lnTo>
                      <a:pt x="1632" y="10619"/>
                    </a:lnTo>
                    <a:lnTo>
                      <a:pt x="1559" y="10741"/>
                    </a:lnTo>
                    <a:lnTo>
                      <a:pt x="1511" y="10863"/>
                    </a:lnTo>
                    <a:lnTo>
                      <a:pt x="1486" y="10984"/>
                    </a:lnTo>
                    <a:lnTo>
                      <a:pt x="1486" y="11106"/>
                    </a:lnTo>
                    <a:lnTo>
                      <a:pt x="1511" y="11228"/>
                    </a:lnTo>
                    <a:lnTo>
                      <a:pt x="1559" y="11350"/>
                    </a:lnTo>
                    <a:lnTo>
                      <a:pt x="1608" y="11472"/>
                    </a:lnTo>
                    <a:lnTo>
                      <a:pt x="1705" y="11569"/>
                    </a:lnTo>
                    <a:lnTo>
                      <a:pt x="2387" y="12251"/>
                    </a:lnTo>
                    <a:lnTo>
                      <a:pt x="2387" y="12251"/>
                    </a:lnTo>
                    <a:lnTo>
                      <a:pt x="2485" y="12348"/>
                    </a:lnTo>
                    <a:lnTo>
                      <a:pt x="2582" y="12397"/>
                    </a:lnTo>
                    <a:lnTo>
                      <a:pt x="2728" y="12446"/>
                    </a:lnTo>
                    <a:lnTo>
                      <a:pt x="2850" y="12470"/>
                    </a:lnTo>
                    <a:lnTo>
                      <a:pt x="2972" y="12470"/>
                    </a:lnTo>
                    <a:lnTo>
                      <a:pt x="3094" y="12421"/>
                    </a:lnTo>
                    <a:lnTo>
                      <a:pt x="3215" y="12373"/>
                    </a:lnTo>
                    <a:lnTo>
                      <a:pt x="3337" y="12324"/>
                    </a:lnTo>
                    <a:lnTo>
                      <a:pt x="4482" y="11423"/>
                    </a:lnTo>
                    <a:lnTo>
                      <a:pt x="4482" y="11423"/>
                    </a:lnTo>
                    <a:lnTo>
                      <a:pt x="4750" y="11545"/>
                    </a:lnTo>
                    <a:lnTo>
                      <a:pt x="5018" y="11691"/>
                    </a:lnTo>
                    <a:lnTo>
                      <a:pt x="5310" y="11788"/>
                    </a:lnTo>
                    <a:lnTo>
                      <a:pt x="5602" y="11886"/>
                    </a:lnTo>
                    <a:lnTo>
                      <a:pt x="5773" y="13322"/>
                    </a:lnTo>
                    <a:lnTo>
                      <a:pt x="5773" y="13322"/>
                    </a:lnTo>
                    <a:lnTo>
                      <a:pt x="5797" y="13444"/>
                    </a:lnTo>
                    <a:lnTo>
                      <a:pt x="5846" y="13566"/>
                    </a:lnTo>
                    <a:lnTo>
                      <a:pt x="5919" y="13688"/>
                    </a:lnTo>
                    <a:lnTo>
                      <a:pt x="6016" y="13785"/>
                    </a:lnTo>
                    <a:lnTo>
                      <a:pt x="6114" y="13858"/>
                    </a:lnTo>
                    <a:lnTo>
                      <a:pt x="6235" y="13907"/>
                    </a:lnTo>
                    <a:lnTo>
                      <a:pt x="6357" y="13956"/>
                    </a:lnTo>
                    <a:lnTo>
                      <a:pt x="6479" y="13956"/>
                    </a:lnTo>
                    <a:lnTo>
                      <a:pt x="7453" y="13956"/>
                    </a:lnTo>
                    <a:lnTo>
                      <a:pt x="7453" y="13956"/>
                    </a:lnTo>
                    <a:lnTo>
                      <a:pt x="7575" y="13956"/>
                    </a:lnTo>
                    <a:lnTo>
                      <a:pt x="7721" y="13907"/>
                    </a:lnTo>
                    <a:lnTo>
                      <a:pt x="7818" y="13858"/>
                    </a:lnTo>
                    <a:lnTo>
                      <a:pt x="7940" y="13785"/>
                    </a:lnTo>
                    <a:lnTo>
                      <a:pt x="8013" y="13688"/>
                    </a:lnTo>
                    <a:lnTo>
                      <a:pt x="8086" y="13566"/>
                    </a:lnTo>
                    <a:lnTo>
                      <a:pt x="8135" y="13444"/>
                    </a:lnTo>
                    <a:lnTo>
                      <a:pt x="8159" y="13322"/>
                    </a:lnTo>
                    <a:lnTo>
                      <a:pt x="8330" y="11886"/>
                    </a:lnTo>
                    <a:lnTo>
                      <a:pt x="8330" y="11886"/>
                    </a:lnTo>
                    <a:lnTo>
                      <a:pt x="8622" y="11788"/>
                    </a:lnTo>
                    <a:lnTo>
                      <a:pt x="8914" y="11691"/>
                    </a:lnTo>
                    <a:lnTo>
                      <a:pt x="9207" y="11545"/>
                    </a:lnTo>
                    <a:lnTo>
                      <a:pt x="9475" y="11423"/>
                    </a:lnTo>
                    <a:lnTo>
                      <a:pt x="10619" y="12324"/>
                    </a:lnTo>
                    <a:lnTo>
                      <a:pt x="10619" y="12324"/>
                    </a:lnTo>
                    <a:lnTo>
                      <a:pt x="10717" y="12373"/>
                    </a:lnTo>
                    <a:lnTo>
                      <a:pt x="10838" y="12421"/>
                    </a:lnTo>
                    <a:lnTo>
                      <a:pt x="10960" y="12470"/>
                    </a:lnTo>
                    <a:lnTo>
                      <a:pt x="11106" y="12470"/>
                    </a:lnTo>
                    <a:lnTo>
                      <a:pt x="11228" y="12446"/>
                    </a:lnTo>
                    <a:lnTo>
                      <a:pt x="11350" y="12397"/>
                    </a:lnTo>
                    <a:lnTo>
                      <a:pt x="11472" y="12348"/>
                    </a:lnTo>
                    <a:lnTo>
                      <a:pt x="11569" y="12251"/>
                    </a:lnTo>
                    <a:lnTo>
                      <a:pt x="12251" y="11569"/>
                    </a:lnTo>
                    <a:lnTo>
                      <a:pt x="12251" y="11569"/>
                    </a:lnTo>
                    <a:lnTo>
                      <a:pt x="12324" y="11472"/>
                    </a:lnTo>
                    <a:lnTo>
                      <a:pt x="12397" y="11350"/>
                    </a:lnTo>
                    <a:lnTo>
                      <a:pt x="12422" y="11228"/>
                    </a:lnTo>
                    <a:lnTo>
                      <a:pt x="12446" y="11106"/>
                    </a:lnTo>
                    <a:lnTo>
                      <a:pt x="12446" y="10984"/>
                    </a:lnTo>
                    <a:lnTo>
                      <a:pt x="12422" y="10863"/>
                    </a:lnTo>
                    <a:lnTo>
                      <a:pt x="12373" y="10741"/>
                    </a:lnTo>
                    <a:lnTo>
                      <a:pt x="12300" y="10619"/>
                    </a:lnTo>
                    <a:lnTo>
                      <a:pt x="11399" y="9474"/>
                    </a:lnTo>
                    <a:lnTo>
                      <a:pt x="11399" y="9474"/>
                    </a:lnTo>
                    <a:lnTo>
                      <a:pt x="11545" y="9206"/>
                    </a:lnTo>
                    <a:lnTo>
                      <a:pt x="11667" y="8914"/>
                    </a:lnTo>
                    <a:lnTo>
                      <a:pt x="11788" y="8646"/>
                    </a:lnTo>
                    <a:lnTo>
                      <a:pt x="11861" y="8354"/>
                    </a:lnTo>
                    <a:lnTo>
                      <a:pt x="13323" y="8184"/>
                    </a:lnTo>
                    <a:lnTo>
                      <a:pt x="13323" y="8184"/>
                    </a:lnTo>
                    <a:lnTo>
                      <a:pt x="13444" y="8159"/>
                    </a:lnTo>
                    <a:lnTo>
                      <a:pt x="13566" y="8111"/>
                    </a:lnTo>
                    <a:lnTo>
                      <a:pt x="13664" y="8037"/>
                    </a:lnTo>
                    <a:lnTo>
                      <a:pt x="13761" y="7940"/>
                    </a:lnTo>
                    <a:lnTo>
                      <a:pt x="13834" y="7843"/>
                    </a:lnTo>
                    <a:lnTo>
                      <a:pt x="13907" y="7721"/>
                    </a:lnTo>
                    <a:lnTo>
                      <a:pt x="13932" y="7599"/>
                    </a:lnTo>
                    <a:lnTo>
                      <a:pt x="13956" y="7453"/>
                    </a:lnTo>
                    <a:lnTo>
                      <a:pt x="13956" y="6503"/>
                    </a:lnTo>
                    <a:lnTo>
                      <a:pt x="13956" y="6503"/>
                    </a:lnTo>
                    <a:lnTo>
                      <a:pt x="13932" y="6381"/>
                    </a:lnTo>
                    <a:lnTo>
                      <a:pt x="13907" y="6235"/>
                    </a:lnTo>
                    <a:lnTo>
                      <a:pt x="13834" y="6138"/>
                    </a:lnTo>
                    <a:lnTo>
                      <a:pt x="13761" y="6016"/>
                    </a:lnTo>
                    <a:lnTo>
                      <a:pt x="13664" y="5943"/>
                    </a:lnTo>
                    <a:lnTo>
                      <a:pt x="13566" y="5870"/>
                    </a:lnTo>
                    <a:lnTo>
                      <a:pt x="13444" y="5821"/>
                    </a:lnTo>
                    <a:lnTo>
                      <a:pt x="13323" y="5772"/>
                    </a:lnTo>
                    <a:lnTo>
                      <a:pt x="13323" y="5772"/>
                    </a:lnTo>
                    <a:close/>
                    <a:moveTo>
                      <a:pt x="8573" y="8598"/>
                    </a:moveTo>
                    <a:lnTo>
                      <a:pt x="8573" y="8598"/>
                    </a:lnTo>
                    <a:lnTo>
                      <a:pt x="8403" y="8744"/>
                    </a:lnTo>
                    <a:lnTo>
                      <a:pt x="8232" y="8890"/>
                    </a:lnTo>
                    <a:lnTo>
                      <a:pt x="8038" y="8987"/>
                    </a:lnTo>
                    <a:lnTo>
                      <a:pt x="7818" y="9085"/>
                    </a:lnTo>
                    <a:lnTo>
                      <a:pt x="7624" y="9158"/>
                    </a:lnTo>
                    <a:lnTo>
                      <a:pt x="7404" y="9206"/>
                    </a:lnTo>
                    <a:lnTo>
                      <a:pt x="7185" y="9231"/>
                    </a:lnTo>
                    <a:lnTo>
                      <a:pt x="6966" y="9255"/>
                    </a:lnTo>
                    <a:lnTo>
                      <a:pt x="6747" y="9231"/>
                    </a:lnTo>
                    <a:lnTo>
                      <a:pt x="6528" y="9206"/>
                    </a:lnTo>
                    <a:lnTo>
                      <a:pt x="6333" y="9158"/>
                    </a:lnTo>
                    <a:lnTo>
                      <a:pt x="6114" y="9085"/>
                    </a:lnTo>
                    <a:lnTo>
                      <a:pt x="5919" y="8987"/>
                    </a:lnTo>
                    <a:lnTo>
                      <a:pt x="5724" y="8890"/>
                    </a:lnTo>
                    <a:lnTo>
                      <a:pt x="5529" y="8744"/>
                    </a:lnTo>
                    <a:lnTo>
                      <a:pt x="5359" y="8598"/>
                    </a:lnTo>
                    <a:lnTo>
                      <a:pt x="5359" y="8598"/>
                    </a:lnTo>
                    <a:lnTo>
                      <a:pt x="5212" y="8427"/>
                    </a:lnTo>
                    <a:lnTo>
                      <a:pt x="5066" y="8232"/>
                    </a:lnTo>
                    <a:lnTo>
                      <a:pt x="4969" y="8037"/>
                    </a:lnTo>
                    <a:lnTo>
                      <a:pt x="4871" y="7843"/>
                    </a:lnTo>
                    <a:lnTo>
                      <a:pt x="4798" y="7623"/>
                    </a:lnTo>
                    <a:lnTo>
                      <a:pt x="4750" y="7404"/>
                    </a:lnTo>
                    <a:lnTo>
                      <a:pt x="4701" y="7209"/>
                    </a:lnTo>
                    <a:lnTo>
                      <a:pt x="4701" y="6990"/>
                    </a:lnTo>
                    <a:lnTo>
                      <a:pt x="4701" y="6771"/>
                    </a:lnTo>
                    <a:lnTo>
                      <a:pt x="4750" y="6552"/>
                    </a:lnTo>
                    <a:lnTo>
                      <a:pt x="4798" y="6333"/>
                    </a:lnTo>
                    <a:lnTo>
                      <a:pt x="4871" y="6138"/>
                    </a:lnTo>
                    <a:lnTo>
                      <a:pt x="4969" y="5919"/>
                    </a:lnTo>
                    <a:lnTo>
                      <a:pt x="5066" y="5724"/>
                    </a:lnTo>
                    <a:lnTo>
                      <a:pt x="5212" y="5553"/>
                    </a:lnTo>
                    <a:lnTo>
                      <a:pt x="5359" y="5383"/>
                    </a:lnTo>
                    <a:lnTo>
                      <a:pt x="5359" y="5383"/>
                    </a:lnTo>
                    <a:lnTo>
                      <a:pt x="5529" y="5212"/>
                    </a:lnTo>
                    <a:lnTo>
                      <a:pt x="5724" y="5091"/>
                    </a:lnTo>
                    <a:lnTo>
                      <a:pt x="5919" y="4969"/>
                    </a:lnTo>
                    <a:lnTo>
                      <a:pt x="6114" y="4871"/>
                    </a:lnTo>
                    <a:lnTo>
                      <a:pt x="6333" y="4798"/>
                    </a:lnTo>
                    <a:lnTo>
                      <a:pt x="6528" y="4750"/>
                    </a:lnTo>
                    <a:lnTo>
                      <a:pt x="6747" y="4725"/>
                    </a:lnTo>
                    <a:lnTo>
                      <a:pt x="6966" y="4701"/>
                    </a:lnTo>
                    <a:lnTo>
                      <a:pt x="7185" y="4725"/>
                    </a:lnTo>
                    <a:lnTo>
                      <a:pt x="7404" y="4750"/>
                    </a:lnTo>
                    <a:lnTo>
                      <a:pt x="7624" y="4798"/>
                    </a:lnTo>
                    <a:lnTo>
                      <a:pt x="7818" y="4871"/>
                    </a:lnTo>
                    <a:lnTo>
                      <a:pt x="8038" y="4969"/>
                    </a:lnTo>
                    <a:lnTo>
                      <a:pt x="8232" y="5091"/>
                    </a:lnTo>
                    <a:lnTo>
                      <a:pt x="8403" y="5212"/>
                    </a:lnTo>
                    <a:lnTo>
                      <a:pt x="8573" y="5383"/>
                    </a:lnTo>
                    <a:lnTo>
                      <a:pt x="8573" y="5383"/>
                    </a:lnTo>
                    <a:lnTo>
                      <a:pt x="8744" y="5553"/>
                    </a:lnTo>
                    <a:lnTo>
                      <a:pt x="8866" y="5724"/>
                    </a:lnTo>
                    <a:lnTo>
                      <a:pt x="8987" y="5919"/>
                    </a:lnTo>
                    <a:lnTo>
                      <a:pt x="9085" y="6138"/>
                    </a:lnTo>
                    <a:lnTo>
                      <a:pt x="9158" y="6333"/>
                    </a:lnTo>
                    <a:lnTo>
                      <a:pt x="9207" y="6552"/>
                    </a:lnTo>
                    <a:lnTo>
                      <a:pt x="9231" y="6771"/>
                    </a:lnTo>
                    <a:lnTo>
                      <a:pt x="9231" y="6990"/>
                    </a:lnTo>
                    <a:lnTo>
                      <a:pt x="9231" y="7209"/>
                    </a:lnTo>
                    <a:lnTo>
                      <a:pt x="9207" y="7404"/>
                    </a:lnTo>
                    <a:lnTo>
                      <a:pt x="9158" y="7623"/>
                    </a:lnTo>
                    <a:lnTo>
                      <a:pt x="9085" y="7843"/>
                    </a:lnTo>
                    <a:lnTo>
                      <a:pt x="8987" y="8037"/>
                    </a:lnTo>
                    <a:lnTo>
                      <a:pt x="8866" y="8232"/>
                    </a:lnTo>
                    <a:lnTo>
                      <a:pt x="8744" y="8427"/>
                    </a:lnTo>
                    <a:lnTo>
                      <a:pt x="8573" y="8598"/>
                    </a:lnTo>
                    <a:lnTo>
                      <a:pt x="8573" y="8598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1"/>
              <p:cNvSpPr/>
              <p:nvPr/>
            </p:nvSpPr>
            <p:spPr>
              <a:xfrm>
                <a:off x="5566575" y="3193575"/>
                <a:ext cx="198525" cy="198525"/>
              </a:xfrm>
              <a:custGeom>
                <a:rect b="b" l="l" r="r" t="t"/>
                <a:pathLst>
                  <a:path extrusionOk="0" fill="none" h="7941" w="7941">
                    <a:moveTo>
                      <a:pt x="7258" y="2144"/>
                    </a:moveTo>
                    <a:lnTo>
                      <a:pt x="6138" y="2388"/>
                    </a:lnTo>
                    <a:lnTo>
                      <a:pt x="6138" y="2388"/>
                    </a:lnTo>
                    <a:lnTo>
                      <a:pt x="6016" y="2217"/>
                    </a:lnTo>
                    <a:lnTo>
                      <a:pt x="5870" y="2071"/>
                    </a:lnTo>
                    <a:lnTo>
                      <a:pt x="6260" y="975"/>
                    </a:lnTo>
                    <a:lnTo>
                      <a:pt x="6260" y="975"/>
                    </a:lnTo>
                    <a:lnTo>
                      <a:pt x="6284" y="902"/>
                    </a:lnTo>
                    <a:lnTo>
                      <a:pt x="6284" y="829"/>
                    </a:lnTo>
                    <a:lnTo>
                      <a:pt x="6260" y="683"/>
                    </a:lnTo>
                    <a:lnTo>
                      <a:pt x="6162" y="561"/>
                    </a:lnTo>
                    <a:lnTo>
                      <a:pt x="6114" y="488"/>
                    </a:lnTo>
                    <a:lnTo>
                      <a:pt x="6065" y="464"/>
                    </a:lnTo>
                    <a:lnTo>
                      <a:pt x="5553" y="196"/>
                    </a:lnTo>
                    <a:lnTo>
                      <a:pt x="5553" y="196"/>
                    </a:lnTo>
                    <a:lnTo>
                      <a:pt x="5480" y="171"/>
                    </a:lnTo>
                    <a:lnTo>
                      <a:pt x="5407" y="171"/>
                    </a:lnTo>
                    <a:lnTo>
                      <a:pt x="5261" y="171"/>
                    </a:lnTo>
                    <a:lnTo>
                      <a:pt x="5115" y="244"/>
                    </a:lnTo>
                    <a:lnTo>
                      <a:pt x="5066" y="293"/>
                    </a:lnTo>
                    <a:lnTo>
                      <a:pt x="5018" y="342"/>
                    </a:lnTo>
                    <a:lnTo>
                      <a:pt x="4384" y="1316"/>
                    </a:lnTo>
                    <a:lnTo>
                      <a:pt x="4384" y="1316"/>
                    </a:lnTo>
                    <a:lnTo>
                      <a:pt x="4165" y="1292"/>
                    </a:lnTo>
                    <a:lnTo>
                      <a:pt x="3970" y="1292"/>
                    </a:lnTo>
                    <a:lnTo>
                      <a:pt x="3483" y="244"/>
                    </a:lnTo>
                    <a:lnTo>
                      <a:pt x="3483" y="244"/>
                    </a:lnTo>
                    <a:lnTo>
                      <a:pt x="3435" y="171"/>
                    </a:lnTo>
                    <a:lnTo>
                      <a:pt x="3386" y="123"/>
                    </a:lnTo>
                    <a:lnTo>
                      <a:pt x="3264" y="50"/>
                    </a:lnTo>
                    <a:lnTo>
                      <a:pt x="3118" y="1"/>
                    </a:lnTo>
                    <a:lnTo>
                      <a:pt x="3045" y="1"/>
                    </a:lnTo>
                    <a:lnTo>
                      <a:pt x="2972" y="25"/>
                    </a:lnTo>
                    <a:lnTo>
                      <a:pt x="2436" y="196"/>
                    </a:lnTo>
                    <a:lnTo>
                      <a:pt x="2436" y="196"/>
                    </a:lnTo>
                    <a:lnTo>
                      <a:pt x="2363" y="220"/>
                    </a:lnTo>
                    <a:lnTo>
                      <a:pt x="2290" y="269"/>
                    </a:lnTo>
                    <a:lnTo>
                      <a:pt x="2192" y="391"/>
                    </a:lnTo>
                    <a:lnTo>
                      <a:pt x="2144" y="537"/>
                    </a:lnTo>
                    <a:lnTo>
                      <a:pt x="2144" y="610"/>
                    </a:lnTo>
                    <a:lnTo>
                      <a:pt x="2144" y="683"/>
                    </a:lnTo>
                    <a:lnTo>
                      <a:pt x="2387" y="1828"/>
                    </a:lnTo>
                    <a:lnTo>
                      <a:pt x="2387" y="1828"/>
                    </a:lnTo>
                    <a:lnTo>
                      <a:pt x="2217" y="1949"/>
                    </a:lnTo>
                    <a:lnTo>
                      <a:pt x="2071" y="2095"/>
                    </a:lnTo>
                    <a:lnTo>
                      <a:pt x="999" y="1681"/>
                    </a:lnTo>
                    <a:lnTo>
                      <a:pt x="999" y="1681"/>
                    </a:lnTo>
                    <a:lnTo>
                      <a:pt x="926" y="1681"/>
                    </a:lnTo>
                    <a:lnTo>
                      <a:pt x="829" y="1657"/>
                    </a:lnTo>
                    <a:lnTo>
                      <a:pt x="682" y="1706"/>
                    </a:lnTo>
                    <a:lnTo>
                      <a:pt x="561" y="1779"/>
                    </a:lnTo>
                    <a:lnTo>
                      <a:pt x="512" y="1828"/>
                    </a:lnTo>
                    <a:lnTo>
                      <a:pt x="463" y="1901"/>
                    </a:lnTo>
                    <a:lnTo>
                      <a:pt x="220" y="2388"/>
                    </a:lnTo>
                    <a:lnTo>
                      <a:pt x="220" y="2388"/>
                    </a:lnTo>
                    <a:lnTo>
                      <a:pt x="195" y="2461"/>
                    </a:lnTo>
                    <a:lnTo>
                      <a:pt x="171" y="2534"/>
                    </a:lnTo>
                    <a:lnTo>
                      <a:pt x="195" y="2704"/>
                    </a:lnTo>
                    <a:lnTo>
                      <a:pt x="244" y="2826"/>
                    </a:lnTo>
                    <a:lnTo>
                      <a:pt x="293" y="2899"/>
                    </a:lnTo>
                    <a:lnTo>
                      <a:pt x="366" y="2948"/>
                    </a:lnTo>
                    <a:lnTo>
                      <a:pt x="1340" y="3581"/>
                    </a:lnTo>
                    <a:lnTo>
                      <a:pt x="1340" y="3581"/>
                    </a:lnTo>
                    <a:lnTo>
                      <a:pt x="1316" y="3776"/>
                    </a:lnTo>
                    <a:lnTo>
                      <a:pt x="1291" y="3995"/>
                    </a:lnTo>
                    <a:lnTo>
                      <a:pt x="244" y="4482"/>
                    </a:lnTo>
                    <a:lnTo>
                      <a:pt x="244" y="4482"/>
                    </a:lnTo>
                    <a:lnTo>
                      <a:pt x="195" y="4507"/>
                    </a:lnTo>
                    <a:lnTo>
                      <a:pt x="122" y="4555"/>
                    </a:lnTo>
                    <a:lnTo>
                      <a:pt x="49" y="4701"/>
                    </a:lnTo>
                    <a:lnTo>
                      <a:pt x="0" y="4848"/>
                    </a:lnTo>
                    <a:lnTo>
                      <a:pt x="25" y="4921"/>
                    </a:lnTo>
                    <a:lnTo>
                      <a:pt x="25" y="4994"/>
                    </a:lnTo>
                    <a:lnTo>
                      <a:pt x="220" y="5530"/>
                    </a:lnTo>
                    <a:lnTo>
                      <a:pt x="220" y="5530"/>
                    </a:lnTo>
                    <a:lnTo>
                      <a:pt x="244" y="5578"/>
                    </a:lnTo>
                    <a:lnTo>
                      <a:pt x="293" y="5651"/>
                    </a:lnTo>
                    <a:lnTo>
                      <a:pt x="390" y="5749"/>
                    </a:lnTo>
                    <a:lnTo>
                      <a:pt x="536" y="5797"/>
                    </a:lnTo>
                    <a:lnTo>
                      <a:pt x="609" y="5797"/>
                    </a:lnTo>
                    <a:lnTo>
                      <a:pt x="682" y="5797"/>
                    </a:lnTo>
                    <a:lnTo>
                      <a:pt x="1827" y="5554"/>
                    </a:lnTo>
                    <a:lnTo>
                      <a:pt x="1827" y="5554"/>
                    </a:lnTo>
                    <a:lnTo>
                      <a:pt x="1949" y="5724"/>
                    </a:lnTo>
                    <a:lnTo>
                      <a:pt x="2095" y="5870"/>
                    </a:lnTo>
                    <a:lnTo>
                      <a:pt x="1705" y="6966"/>
                    </a:lnTo>
                    <a:lnTo>
                      <a:pt x="1705" y="6966"/>
                    </a:lnTo>
                    <a:lnTo>
                      <a:pt x="1681" y="7040"/>
                    </a:lnTo>
                    <a:lnTo>
                      <a:pt x="1681" y="7113"/>
                    </a:lnTo>
                    <a:lnTo>
                      <a:pt x="1705" y="7259"/>
                    </a:lnTo>
                    <a:lnTo>
                      <a:pt x="1778" y="7380"/>
                    </a:lnTo>
                    <a:lnTo>
                      <a:pt x="1851" y="7429"/>
                    </a:lnTo>
                    <a:lnTo>
                      <a:pt x="1900" y="7478"/>
                    </a:lnTo>
                    <a:lnTo>
                      <a:pt x="2412" y="7721"/>
                    </a:lnTo>
                    <a:lnTo>
                      <a:pt x="2412" y="7721"/>
                    </a:lnTo>
                    <a:lnTo>
                      <a:pt x="2485" y="7770"/>
                    </a:lnTo>
                    <a:lnTo>
                      <a:pt x="2558" y="7770"/>
                    </a:lnTo>
                    <a:lnTo>
                      <a:pt x="2704" y="7770"/>
                    </a:lnTo>
                    <a:lnTo>
                      <a:pt x="2850" y="7697"/>
                    </a:lnTo>
                    <a:lnTo>
                      <a:pt x="2899" y="7648"/>
                    </a:lnTo>
                    <a:lnTo>
                      <a:pt x="2947" y="7600"/>
                    </a:lnTo>
                    <a:lnTo>
                      <a:pt x="3581" y="6625"/>
                    </a:lnTo>
                    <a:lnTo>
                      <a:pt x="3581" y="6625"/>
                    </a:lnTo>
                    <a:lnTo>
                      <a:pt x="3800" y="6650"/>
                    </a:lnTo>
                    <a:lnTo>
                      <a:pt x="3995" y="6650"/>
                    </a:lnTo>
                    <a:lnTo>
                      <a:pt x="4482" y="7697"/>
                    </a:lnTo>
                    <a:lnTo>
                      <a:pt x="4482" y="7697"/>
                    </a:lnTo>
                    <a:lnTo>
                      <a:pt x="4531" y="7770"/>
                    </a:lnTo>
                    <a:lnTo>
                      <a:pt x="4579" y="7819"/>
                    </a:lnTo>
                    <a:lnTo>
                      <a:pt x="4701" y="7892"/>
                    </a:lnTo>
                    <a:lnTo>
                      <a:pt x="4847" y="7941"/>
                    </a:lnTo>
                    <a:lnTo>
                      <a:pt x="4920" y="7941"/>
                    </a:lnTo>
                    <a:lnTo>
                      <a:pt x="4993" y="7916"/>
                    </a:lnTo>
                    <a:lnTo>
                      <a:pt x="5529" y="7746"/>
                    </a:lnTo>
                    <a:lnTo>
                      <a:pt x="5529" y="7746"/>
                    </a:lnTo>
                    <a:lnTo>
                      <a:pt x="5602" y="7721"/>
                    </a:lnTo>
                    <a:lnTo>
                      <a:pt x="5651" y="7673"/>
                    </a:lnTo>
                    <a:lnTo>
                      <a:pt x="5748" y="7551"/>
                    </a:lnTo>
                    <a:lnTo>
                      <a:pt x="5821" y="7405"/>
                    </a:lnTo>
                    <a:lnTo>
                      <a:pt x="5821" y="7332"/>
                    </a:lnTo>
                    <a:lnTo>
                      <a:pt x="5821" y="7259"/>
                    </a:lnTo>
                    <a:lnTo>
                      <a:pt x="5578" y="6114"/>
                    </a:lnTo>
                    <a:lnTo>
                      <a:pt x="5578" y="6114"/>
                    </a:lnTo>
                    <a:lnTo>
                      <a:pt x="5724" y="5992"/>
                    </a:lnTo>
                    <a:lnTo>
                      <a:pt x="5894" y="5846"/>
                    </a:lnTo>
                    <a:lnTo>
                      <a:pt x="6966" y="6260"/>
                    </a:lnTo>
                    <a:lnTo>
                      <a:pt x="6966" y="6260"/>
                    </a:lnTo>
                    <a:lnTo>
                      <a:pt x="7039" y="6260"/>
                    </a:lnTo>
                    <a:lnTo>
                      <a:pt x="7112" y="6285"/>
                    </a:lnTo>
                    <a:lnTo>
                      <a:pt x="7258" y="6236"/>
                    </a:lnTo>
                    <a:lnTo>
                      <a:pt x="7404" y="6163"/>
                    </a:lnTo>
                    <a:lnTo>
                      <a:pt x="7453" y="6114"/>
                    </a:lnTo>
                    <a:lnTo>
                      <a:pt x="7502" y="6041"/>
                    </a:lnTo>
                    <a:lnTo>
                      <a:pt x="7745" y="5530"/>
                    </a:lnTo>
                    <a:lnTo>
                      <a:pt x="7745" y="5530"/>
                    </a:lnTo>
                    <a:lnTo>
                      <a:pt x="7770" y="5481"/>
                    </a:lnTo>
                    <a:lnTo>
                      <a:pt x="7794" y="5383"/>
                    </a:lnTo>
                    <a:lnTo>
                      <a:pt x="7770" y="5237"/>
                    </a:lnTo>
                    <a:lnTo>
                      <a:pt x="7697" y="5115"/>
                    </a:lnTo>
                    <a:lnTo>
                      <a:pt x="7648" y="5042"/>
                    </a:lnTo>
                    <a:lnTo>
                      <a:pt x="7599" y="4994"/>
                    </a:lnTo>
                    <a:lnTo>
                      <a:pt x="6625" y="4360"/>
                    </a:lnTo>
                    <a:lnTo>
                      <a:pt x="6625" y="4360"/>
                    </a:lnTo>
                    <a:lnTo>
                      <a:pt x="6649" y="4166"/>
                    </a:lnTo>
                    <a:lnTo>
                      <a:pt x="6649" y="3946"/>
                    </a:lnTo>
                    <a:lnTo>
                      <a:pt x="7697" y="3459"/>
                    </a:lnTo>
                    <a:lnTo>
                      <a:pt x="7697" y="3459"/>
                    </a:lnTo>
                    <a:lnTo>
                      <a:pt x="7770" y="3435"/>
                    </a:lnTo>
                    <a:lnTo>
                      <a:pt x="7843" y="3386"/>
                    </a:lnTo>
                    <a:lnTo>
                      <a:pt x="7916" y="3240"/>
                    </a:lnTo>
                    <a:lnTo>
                      <a:pt x="7940" y="3094"/>
                    </a:lnTo>
                    <a:lnTo>
                      <a:pt x="7940" y="3021"/>
                    </a:lnTo>
                    <a:lnTo>
                      <a:pt x="7940" y="2948"/>
                    </a:lnTo>
                    <a:lnTo>
                      <a:pt x="7745" y="2412"/>
                    </a:lnTo>
                    <a:lnTo>
                      <a:pt x="7745" y="2412"/>
                    </a:lnTo>
                    <a:lnTo>
                      <a:pt x="7721" y="2339"/>
                    </a:lnTo>
                    <a:lnTo>
                      <a:pt x="7672" y="2290"/>
                    </a:lnTo>
                    <a:lnTo>
                      <a:pt x="7551" y="2193"/>
                    </a:lnTo>
                    <a:lnTo>
                      <a:pt x="7429" y="2144"/>
                    </a:lnTo>
                    <a:lnTo>
                      <a:pt x="7356" y="2144"/>
                    </a:lnTo>
                    <a:lnTo>
                      <a:pt x="7258" y="2144"/>
                    </a:lnTo>
                    <a:lnTo>
                      <a:pt x="7258" y="2144"/>
                    </a:lnTo>
                    <a:close/>
                    <a:moveTo>
                      <a:pt x="5480" y="4726"/>
                    </a:moveTo>
                    <a:lnTo>
                      <a:pt x="5480" y="4726"/>
                    </a:lnTo>
                    <a:lnTo>
                      <a:pt x="5383" y="4872"/>
                    </a:lnTo>
                    <a:lnTo>
                      <a:pt x="5286" y="4994"/>
                    </a:lnTo>
                    <a:lnTo>
                      <a:pt x="5188" y="5140"/>
                    </a:lnTo>
                    <a:lnTo>
                      <a:pt x="5066" y="5237"/>
                    </a:lnTo>
                    <a:lnTo>
                      <a:pt x="4945" y="5335"/>
                    </a:lnTo>
                    <a:lnTo>
                      <a:pt x="4798" y="5432"/>
                    </a:lnTo>
                    <a:lnTo>
                      <a:pt x="4652" y="5505"/>
                    </a:lnTo>
                    <a:lnTo>
                      <a:pt x="4506" y="5554"/>
                    </a:lnTo>
                    <a:lnTo>
                      <a:pt x="4360" y="5603"/>
                    </a:lnTo>
                    <a:lnTo>
                      <a:pt x="4190" y="5627"/>
                    </a:lnTo>
                    <a:lnTo>
                      <a:pt x="4043" y="5651"/>
                    </a:lnTo>
                    <a:lnTo>
                      <a:pt x="3873" y="5627"/>
                    </a:lnTo>
                    <a:lnTo>
                      <a:pt x="3702" y="5627"/>
                    </a:lnTo>
                    <a:lnTo>
                      <a:pt x="3556" y="5578"/>
                    </a:lnTo>
                    <a:lnTo>
                      <a:pt x="3386" y="5530"/>
                    </a:lnTo>
                    <a:lnTo>
                      <a:pt x="3240" y="5456"/>
                    </a:lnTo>
                    <a:lnTo>
                      <a:pt x="3240" y="5456"/>
                    </a:lnTo>
                    <a:lnTo>
                      <a:pt x="3094" y="5383"/>
                    </a:lnTo>
                    <a:lnTo>
                      <a:pt x="2947" y="5286"/>
                    </a:lnTo>
                    <a:lnTo>
                      <a:pt x="2826" y="5164"/>
                    </a:lnTo>
                    <a:lnTo>
                      <a:pt x="2704" y="5067"/>
                    </a:lnTo>
                    <a:lnTo>
                      <a:pt x="2606" y="4921"/>
                    </a:lnTo>
                    <a:lnTo>
                      <a:pt x="2533" y="4799"/>
                    </a:lnTo>
                    <a:lnTo>
                      <a:pt x="2460" y="4653"/>
                    </a:lnTo>
                    <a:lnTo>
                      <a:pt x="2387" y="4507"/>
                    </a:lnTo>
                    <a:lnTo>
                      <a:pt x="2363" y="4336"/>
                    </a:lnTo>
                    <a:lnTo>
                      <a:pt x="2314" y="4190"/>
                    </a:lnTo>
                    <a:lnTo>
                      <a:pt x="2314" y="4020"/>
                    </a:lnTo>
                    <a:lnTo>
                      <a:pt x="2314" y="3873"/>
                    </a:lnTo>
                    <a:lnTo>
                      <a:pt x="2339" y="3703"/>
                    </a:lnTo>
                    <a:lnTo>
                      <a:pt x="2363" y="3532"/>
                    </a:lnTo>
                    <a:lnTo>
                      <a:pt x="2412" y="3386"/>
                    </a:lnTo>
                    <a:lnTo>
                      <a:pt x="2485" y="3216"/>
                    </a:lnTo>
                    <a:lnTo>
                      <a:pt x="2485" y="3216"/>
                    </a:lnTo>
                    <a:lnTo>
                      <a:pt x="2582" y="3070"/>
                    </a:lnTo>
                    <a:lnTo>
                      <a:pt x="2680" y="2948"/>
                    </a:lnTo>
                    <a:lnTo>
                      <a:pt x="2777" y="2802"/>
                    </a:lnTo>
                    <a:lnTo>
                      <a:pt x="2899" y="2704"/>
                    </a:lnTo>
                    <a:lnTo>
                      <a:pt x="3020" y="2607"/>
                    </a:lnTo>
                    <a:lnTo>
                      <a:pt x="3167" y="2509"/>
                    </a:lnTo>
                    <a:lnTo>
                      <a:pt x="3313" y="2436"/>
                    </a:lnTo>
                    <a:lnTo>
                      <a:pt x="3459" y="2388"/>
                    </a:lnTo>
                    <a:lnTo>
                      <a:pt x="3605" y="2339"/>
                    </a:lnTo>
                    <a:lnTo>
                      <a:pt x="3775" y="2315"/>
                    </a:lnTo>
                    <a:lnTo>
                      <a:pt x="3922" y="2290"/>
                    </a:lnTo>
                    <a:lnTo>
                      <a:pt x="4092" y="2315"/>
                    </a:lnTo>
                    <a:lnTo>
                      <a:pt x="4263" y="2315"/>
                    </a:lnTo>
                    <a:lnTo>
                      <a:pt x="4409" y="2363"/>
                    </a:lnTo>
                    <a:lnTo>
                      <a:pt x="4579" y="2412"/>
                    </a:lnTo>
                    <a:lnTo>
                      <a:pt x="4725" y="2485"/>
                    </a:lnTo>
                    <a:lnTo>
                      <a:pt x="4725" y="2485"/>
                    </a:lnTo>
                    <a:lnTo>
                      <a:pt x="4871" y="2558"/>
                    </a:lnTo>
                    <a:lnTo>
                      <a:pt x="5018" y="2656"/>
                    </a:lnTo>
                    <a:lnTo>
                      <a:pt x="5139" y="2777"/>
                    </a:lnTo>
                    <a:lnTo>
                      <a:pt x="5261" y="2875"/>
                    </a:lnTo>
                    <a:lnTo>
                      <a:pt x="5359" y="3021"/>
                    </a:lnTo>
                    <a:lnTo>
                      <a:pt x="5432" y="3143"/>
                    </a:lnTo>
                    <a:lnTo>
                      <a:pt x="5505" y="3289"/>
                    </a:lnTo>
                    <a:lnTo>
                      <a:pt x="5578" y="3435"/>
                    </a:lnTo>
                    <a:lnTo>
                      <a:pt x="5602" y="3605"/>
                    </a:lnTo>
                    <a:lnTo>
                      <a:pt x="5626" y="3752"/>
                    </a:lnTo>
                    <a:lnTo>
                      <a:pt x="5651" y="3922"/>
                    </a:lnTo>
                    <a:lnTo>
                      <a:pt x="5651" y="4068"/>
                    </a:lnTo>
                    <a:lnTo>
                      <a:pt x="5626" y="4239"/>
                    </a:lnTo>
                    <a:lnTo>
                      <a:pt x="5602" y="4409"/>
                    </a:lnTo>
                    <a:lnTo>
                      <a:pt x="5553" y="4555"/>
                    </a:lnTo>
                    <a:lnTo>
                      <a:pt x="5480" y="4726"/>
                    </a:lnTo>
                    <a:lnTo>
                      <a:pt x="5480" y="472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11"/>
            <p:cNvGrpSpPr/>
            <p:nvPr/>
          </p:nvGrpSpPr>
          <p:grpSpPr>
            <a:xfrm rot="-995577">
              <a:off x="8647544" y="3714912"/>
              <a:ext cx="874251" cy="717776"/>
              <a:chOff x="2599525" y="3688600"/>
              <a:chExt cx="428675" cy="351950"/>
            </a:xfrm>
          </p:grpSpPr>
          <p:sp>
            <p:nvSpPr>
              <p:cNvPr id="323" name="Google Shape;323;p11"/>
              <p:cNvSpPr/>
              <p:nvPr/>
            </p:nvSpPr>
            <p:spPr>
              <a:xfrm>
                <a:off x="2599525" y="3688600"/>
                <a:ext cx="428675" cy="168675"/>
              </a:xfrm>
              <a:custGeom>
                <a:rect b="b" l="l" r="r" t="t"/>
                <a:pathLst>
                  <a:path extrusionOk="0" fill="none" h="6747" w="17147">
                    <a:moveTo>
                      <a:pt x="16660" y="1876"/>
                    </a:moveTo>
                    <a:lnTo>
                      <a:pt x="11594" y="1876"/>
                    </a:lnTo>
                    <a:lnTo>
                      <a:pt x="11594" y="1462"/>
                    </a:lnTo>
                    <a:lnTo>
                      <a:pt x="11594" y="1462"/>
                    </a:lnTo>
                    <a:lnTo>
                      <a:pt x="11594" y="1316"/>
                    </a:lnTo>
                    <a:lnTo>
                      <a:pt x="11569" y="1170"/>
                    </a:lnTo>
                    <a:lnTo>
                      <a:pt x="11472" y="902"/>
                    </a:lnTo>
                    <a:lnTo>
                      <a:pt x="11350" y="658"/>
                    </a:lnTo>
                    <a:lnTo>
                      <a:pt x="11155" y="439"/>
                    </a:lnTo>
                    <a:lnTo>
                      <a:pt x="10961" y="268"/>
                    </a:lnTo>
                    <a:lnTo>
                      <a:pt x="10693" y="122"/>
                    </a:lnTo>
                    <a:lnTo>
                      <a:pt x="10425" y="49"/>
                    </a:lnTo>
                    <a:lnTo>
                      <a:pt x="10279" y="25"/>
                    </a:lnTo>
                    <a:lnTo>
                      <a:pt x="10133" y="1"/>
                    </a:lnTo>
                    <a:lnTo>
                      <a:pt x="7015" y="1"/>
                    </a:lnTo>
                    <a:lnTo>
                      <a:pt x="7015" y="1"/>
                    </a:lnTo>
                    <a:lnTo>
                      <a:pt x="6869" y="25"/>
                    </a:lnTo>
                    <a:lnTo>
                      <a:pt x="6723" y="49"/>
                    </a:lnTo>
                    <a:lnTo>
                      <a:pt x="6455" y="122"/>
                    </a:lnTo>
                    <a:lnTo>
                      <a:pt x="6187" y="268"/>
                    </a:lnTo>
                    <a:lnTo>
                      <a:pt x="5992" y="439"/>
                    </a:lnTo>
                    <a:lnTo>
                      <a:pt x="5797" y="658"/>
                    </a:lnTo>
                    <a:lnTo>
                      <a:pt x="5676" y="902"/>
                    </a:lnTo>
                    <a:lnTo>
                      <a:pt x="5578" y="1170"/>
                    </a:lnTo>
                    <a:lnTo>
                      <a:pt x="5554" y="1316"/>
                    </a:lnTo>
                    <a:lnTo>
                      <a:pt x="5554" y="1462"/>
                    </a:lnTo>
                    <a:lnTo>
                      <a:pt x="5554" y="1876"/>
                    </a:lnTo>
                    <a:lnTo>
                      <a:pt x="488" y="1876"/>
                    </a:lnTo>
                    <a:lnTo>
                      <a:pt x="488" y="1876"/>
                    </a:lnTo>
                    <a:lnTo>
                      <a:pt x="391" y="1876"/>
                    </a:lnTo>
                    <a:lnTo>
                      <a:pt x="293" y="1900"/>
                    </a:lnTo>
                    <a:lnTo>
                      <a:pt x="220" y="1949"/>
                    </a:lnTo>
                    <a:lnTo>
                      <a:pt x="147" y="2022"/>
                    </a:lnTo>
                    <a:lnTo>
                      <a:pt x="74" y="2071"/>
                    </a:lnTo>
                    <a:lnTo>
                      <a:pt x="50" y="2168"/>
                    </a:lnTo>
                    <a:lnTo>
                      <a:pt x="1" y="2266"/>
                    </a:lnTo>
                    <a:lnTo>
                      <a:pt x="1" y="2363"/>
                    </a:lnTo>
                    <a:lnTo>
                      <a:pt x="1" y="5773"/>
                    </a:lnTo>
                    <a:lnTo>
                      <a:pt x="1" y="5773"/>
                    </a:lnTo>
                    <a:lnTo>
                      <a:pt x="25" y="5967"/>
                    </a:lnTo>
                    <a:lnTo>
                      <a:pt x="74" y="6138"/>
                    </a:lnTo>
                    <a:lnTo>
                      <a:pt x="171" y="6308"/>
                    </a:lnTo>
                    <a:lnTo>
                      <a:pt x="293" y="6455"/>
                    </a:lnTo>
                    <a:lnTo>
                      <a:pt x="439" y="6576"/>
                    </a:lnTo>
                    <a:lnTo>
                      <a:pt x="585" y="6674"/>
                    </a:lnTo>
                    <a:lnTo>
                      <a:pt x="780" y="6722"/>
                    </a:lnTo>
                    <a:lnTo>
                      <a:pt x="975" y="6747"/>
                    </a:lnTo>
                    <a:lnTo>
                      <a:pt x="7721" y="6747"/>
                    </a:lnTo>
                    <a:lnTo>
                      <a:pt x="7721" y="6138"/>
                    </a:lnTo>
                    <a:lnTo>
                      <a:pt x="7721" y="6138"/>
                    </a:lnTo>
                    <a:lnTo>
                      <a:pt x="7746" y="6041"/>
                    </a:lnTo>
                    <a:lnTo>
                      <a:pt x="7770" y="5967"/>
                    </a:lnTo>
                    <a:lnTo>
                      <a:pt x="7819" y="5870"/>
                    </a:lnTo>
                    <a:lnTo>
                      <a:pt x="7868" y="5797"/>
                    </a:lnTo>
                    <a:lnTo>
                      <a:pt x="7941" y="5748"/>
                    </a:lnTo>
                    <a:lnTo>
                      <a:pt x="8038" y="5700"/>
                    </a:lnTo>
                    <a:lnTo>
                      <a:pt x="8111" y="5675"/>
                    </a:lnTo>
                    <a:lnTo>
                      <a:pt x="8209" y="5651"/>
                    </a:lnTo>
                    <a:lnTo>
                      <a:pt x="8939" y="5651"/>
                    </a:lnTo>
                    <a:lnTo>
                      <a:pt x="8939" y="5651"/>
                    </a:lnTo>
                    <a:lnTo>
                      <a:pt x="9037" y="5675"/>
                    </a:lnTo>
                    <a:lnTo>
                      <a:pt x="9110" y="5700"/>
                    </a:lnTo>
                    <a:lnTo>
                      <a:pt x="9207" y="5748"/>
                    </a:lnTo>
                    <a:lnTo>
                      <a:pt x="9280" y="5797"/>
                    </a:lnTo>
                    <a:lnTo>
                      <a:pt x="9329" y="5870"/>
                    </a:lnTo>
                    <a:lnTo>
                      <a:pt x="9378" y="5967"/>
                    </a:lnTo>
                    <a:lnTo>
                      <a:pt x="9402" y="6041"/>
                    </a:lnTo>
                    <a:lnTo>
                      <a:pt x="9426" y="6138"/>
                    </a:lnTo>
                    <a:lnTo>
                      <a:pt x="9426" y="6747"/>
                    </a:lnTo>
                    <a:lnTo>
                      <a:pt x="16173" y="6747"/>
                    </a:lnTo>
                    <a:lnTo>
                      <a:pt x="16173" y="6747"/>
                    </a:lnTo>
                    <a:lnTo>
                      <a:pt x="16367" y="6722"/>
                    </a:lnTo>
                    <a:lnTo>
                      <a:pt x="16562" y="6674"/>
                    </a:lnTo>
                    <a:lnTo>
                      <a:pt x="16708" y="6576"/>
                    </a:lnTo>
                    <a:lnTo>
                      <a:pt x="16855" y="6455"/>
                    </a:lnTo>
                    <a:lnTo>
                      <a:pt x="16976" y="6308"/>
                    </a:lnTo>
                    <a:lnTo>
                      <a:pt x="17074" y="6138"/>
                    </a:lnTo>
                    <a:lnTo>
                      <a:pt x="17122" y="5967"/>
                    </a:lnTo>
                    <a:lnTo>
                      <a:pt x="17147" y="5773"/>
                    </a:lnTo>
                    <a:lnTo>
                      <a:pt x="17147" y="2363"/>
                    </a:lnTo>
                    <a:lnTo>
                      <a:pt x="17147" y="2363"/>
                    </a:lnTo>
                    <a:lnTo>
                      <a:pt x="17147" y="2266"/>
                    </a:lnTo>
                    <a:lnTo>
                      <a:pt x="17098" y="2168"/>
                    </a:lnTo>
                    <a:lnTo>
                      <a:pt x="17074" y="2071"/>
                    </a:lnTo>
                    <a:lnTo>
                      <a:pt x="17001" y="2022"/>
                    </a:lnTo>
                    <a:lnTo>
                      <a:pt x="16928" y="1949"/>
                    </a:lnTo>
                    <a:lnTo>
                      <a:pt x="16855" y="1900"/>
                    </a:lnTo>
                    <a:lnTo>
                      <a:pt x="16757" y="1876"/>
                    </a:lnTo>
                    <a:lnTo>
                      <a:pt x="16660" y="1876"/>
                    </a:lnTo>
                    <a:lnTo>
                      <a:pt x="16660" y="1876"/>
                    </a:lnTo>
                    <a:close/>
                    <a:moveTo>
                      <a:pt x="10620" y="1876"/>
                    </a:moveTo>
                    <a:lnTo>
                      <a:pt x="6528" y="1876"/>
                    </a:lnTo>
                    <a:lnTo>
                      <a:pt x="6528" y="1462"/>
                    </a:lnTo>
                    <a:lnTo>
                      <a:pt x="6528" y="1462"/>
                    </a:lnTo>
                    <a:lnTo>
                      <a:pt x="6528" y="1364"/>
                    </a:lnTo>
                    <a:lnTo>
                      <a:pt x="6577" y="1291"/>
                    </a:lnTo>
                    <a:lnTo>
                      <a:pt x="6601" y="1194"/>
                    </a:lnTo>
                    <a:lnTo>
                      <a:pt x="6674" y="1121"/>
                    </a:lnTo>
                    <a:lnTo>
                      <a:pt x="6747" y="1072"/>
                    </a:lnTo>
                    <a:lnTo>
                      <a:pt x="6820" y="1023"/>
                    </a:lnTo>
                    <a:lnTo>
                      <a:pt x="6918" y="999"/>
                    </a:lnTo>
                    <a:lnTo>
                      <a:pt x="7015" y="975"/>
                    </a:lnTo>
                    <a:lnTo>
                      <a:pt x="10133" y="975"/>
                    </a:lnTo>
                    <a:lnTo>
                      <a:pt x="10133" y="975"/>
                    </a:lnTo>
                    <a:lnTo>
                      <a:pt x="10230" y="999"/>
                    </a:lnTo>
                    <a:lnTo>
                      <a:pt x="10327" y="1023"/>
                    </a:lnTo>
                    <a:lnTo>
                      <a:pt x="10400" y="1072"/>
                    </a:lnTo>
                    <a:lnTo>
                      <a:pt x="10474" y="1121"/>
                    </a:lnTo>
                    <a:lnTo>
                      <a:pt x="10547" y="1194"/>
                    </a:lnTo>
                    <a:lnTo>
                      <a:pt x="10571" y="1291"/>
                    </a:lnTo>
                    <a:lnTo>
                      <a:pt x="10620" y="1364"/>
                    </a:lnTo>
                    <a:lnTo>
                      <a:pt x="10620" y="1462"/>
                    </a:lnTo>
                    <a:lnTo>
                      <a:pt x="10620" y="18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1"/>
              <p:cNvSpPr/>
              <p:nvPr/>
            </p:nvSpPr>
            <p:spPr>
              <a:xfrm>
                <a:off x="2792550" y="3862125"/>
                <a:ext cx="42650" cy="23775"/>
              </a:xfrm>
              <a:custGeom>
                <a:rect b="b" l="l" r="r" t="t"/>
                <a:pathLst>
                  <a:path extrusionOk="0" fill="none" h="951" w="1706">
                    <a:moveTo>
                      <a:pt x="1705" y="1"/>
                    </a:moveTo>
                    <a:lnTo>
                      <a:pt x="1705" y="463"/>
                    </a:lnTo>
                    <a:lnTo>
                      <a:pt x="1705" y="463"/>
                    </a:lnTo>
                    <a:lnTo>
                      <a:pt x="1681" y="561"/>
                    </a:lnTo>
                    <a:lnTo>
                      <a:pt x="1657" y="658"/>
                    </a:lnTo>
                    <a:lnTo>
                      <a:pt x="1608" y="756"/>
                    </a:lnTo>
                    <a:lnTo>
                      <a:pt x="1559" y="804"/>
                    </a:lnTo>
                    <a:lnTo>
                      <a:pt x="1486" y="877"/>
                    </a:lnTo>
                    <a:lnTo>
                      <a:pt x="1389" y="926"/>
                    </a:lnTo>
                    <a:lnTo>
                      <a:pt x="1316" y="951"/>
                    </a:lnTo>
                    <a:lnTo>
                      <a:pt x="1218" y="951"/>
                    </a:lnTo>
                    <a:lnTo>
                      <a:pt x="488" y="951"/>
                    </a:lnTo>
                    <a:lnTo>
                      <a:pt x="488" y="951"/>
                    </a:lnTo>
                    <a:lnTo>
                      <a:pt x="390" y="951"/>
                    </a:lnTo>
                    <a:lnTo>
                      <a:pt x="317" y="926"/>
                    </a:lnTo>
                    <a:lnTo>
                      <a:pt x="220" y="877"/>
                    </a:lnTo>
                    <a:lnTo>
                      <a:pt x="147" y="804"/>
                    </a:lnTo>
                    <a:lnTo>
                      <a:pt x="98" y="756"/>
                    </a:lnTo>
                    <a:lnTo>
                      <a:pt x="49" y="658"/>
                    </a:lnTo>
                    <a:lnTo>
                      <a:pt x="25" y="561"/>
                    </a:lnTo>
                    <a:lnTo>
                      <a:pt x="0" y="463"/>
                    </a:ln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1"/>
              <p:cNvSpPr/>
              <p:nvPr/>
            </p:nvSpPr>
            <p:spPr>
              <a:xfrm>
                <a:off x="2599525" y="3852375"/>
                <a:ext cx="428675" cy="188175"/>
              </a:xfrm>
              <a:custGeom>
                <a:rect b="b" l="l" r="r" t="t"/>
                <a:pathLst>
                  <a:path extrusionOk="0" fill="none" h="7527" w="17147">
                    <a:moveTo>
                      <a:pt x="1" y="1"/>
                    </a:moveTo>
                    <a:lnTo>
                      <a:pt x="1" y="7040"/>
                    </a:lnTo>
                    <a:lnTo>
                      <a:pt x="1" y="7040"/>
                    </a:lnTo>
                    <a:lnTo>
                      <a:pt x="1" y="7137"/>
                    </a:lnTo>
                    <a:lnTo>
                      <a:pt x="50" y="7210"/>
                    </a:lnTo>
                    <a:lnTo>
                      <a:pt x="74" y="7307"/>
                    </a:lnTo>
                    <a:lnTo>
                      <a:pt x="147" y="7381"/>
                    </a:lnTo>
                    <a:lnTo>
                      <a:pt x="220" y="7429"/>
                    </a:lnTo>
                    <a:lnTo>
                      <a:pt x="293" y="7478"/>
                    </a:lnTo>
                    <a:lnTo>
                      <a:pt x="391" y="7502"/>
                    </a:lnTo>
                    <a:lnTo>
                      <a:pt x="488" y="7527"/>
                    </a:lnTo>
                    <a:lnTo>
                      <a:pt x="16660" y="7527"/>
                    </a:lnTo>
                    <a:lnTo>
                      <a:pt x="16660" y="7527"/>
                    </a:lnTo>
                    <a:lnTo>
                      <a:pt x="16757" y="7502"/>
                    </a:lnTo>
                    <a:lnTo>
                      <a:pt x="16855" y="7478"/>
                    </a:lnTo>
                    <a:lnTo>
                      <a:pt x="16928" y="7429"/>
                    </a:lnTo>
                    <a:lnTo>
                      <a:pt x="17001" y="7381"/>
                    </a:lnTo>
                    <a:lnTo>
                      <a:pt x="17074" y="7307"/>
                    </a:lnTo>
                    <a:lnTo>
                      <a:pt x="17098" y="7210"/>
                    </a:lnTo>
                    <a:lnTo>
                      <a:pt x="17147" y="7137"/>
                    </a:lnTo>
                    <a:lnTo>
                      <a:pt x="17147" y="7040"/>
                    </a:lnTo>
                    <a:lnTo>
                      <a:pt x="17147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11"/>
            <p:cNvGrpSpPr/>
            <p:nvPr/>
          </p:nvGrpSpPr>
          <p:grpSpPr>
            <a:xfrm>
              <a:off x="10447751" y="3460900"/>
              <a:ext cx="688381" cy="688381"/>
              <a:chOff x="5941025" y="3634400"/>
              <a:chExt cx="467650" cy="467650"/>
            </a:xfrm>
          </p:grpSpPr>
          <p:sp>
            <p:nvSpPr>
              <p:cNvPr id="327" name="Google Shape;327;p11"/>
              <p:cNvSpPr/>
              <p:nvPr/>
            </p:nvSpPr>
            <p:spPr>
              <a:xfrm>
                <a:off x="5941025" y="3634400"/>
                <a:ext cx="467650" cy="467650"/>
              </a:xfrm>
              <a:custGeom>
                <a:rect b="b" l="l" r="r" t="t"/>
                <a:pathLst>
                  <a:path extrusionOk="0" fill="none" h="18706" w="18706">
                    <a:moveTo>
                      <a:pt x="9353" y="1"/>
                    </a:moveTo>
                    <a:lnTo>
                      <a:pt x="9353" y="1"/>
                    </a:lnTo>
                    <a:lnTo>
                      <a:pt x="8866" y="25"/>
                    </a:lnTo>
                    <a:lnTo>
                      <a:pt x="8403" y="50"/>
                    </a:lnTo>
                    <a:lnTo>
                      <a:pt x="7940" y="123"/>
                    </a:lnTo>
                    <a:lnTo>
                      <a:pt x="7478" y="196"/>
                    </a:lnTo>
                    <a:lnTo>
                      <a:pt x="7015" y="293"/>
                    </a:lnTo>
                    <a:lnTo>
                      <a:pt x="6577" y="439"/>
                    </a:lnTo>
                    <a:lnTo>
                      <a:pt x="6138" y="585"/>
                    </a:lnTo>
                    <a:lnTo>
                      <a:pt x="5724" y="732"/>
                    </a:lnTo>
                    <a:lnTo>
                      <a:pt x="5310" y="926"/>
                    </a:lnTo>
                    <a:lnTo>
                      <a:pt x="4896" y="1146"/>
                    </a:lnTo>
                    <a:lnTo>
                      <a:pt x="4506" y="1365"/>
                    </a:lnTo>
                    <a:lnTo>
                      <a:pt x="4117" y="1608"/>
                    </a:lnTo>
                    <a:lnTo>
                      <a:pt x="3751" y="1876"/>
                    </a:lnTo>
                    <a:lnTo>
                      <a:pt x="3410" y="2144"/>
                    </a:lnTo>
                    <a:lnTo>
                      <a:pt x="3069" y="2436"/>
                    </a:lnTo>
                    <a:lnTo>
                      <a:pt x="2753" y="2753"/>
                    </a:lnTo>
                    <a:lnTo>
                      <a:pt x="2436" y="3070"/>
                    </a:lnTo>
                    <a:lnTo>
                      <a:pt x="2144" y="3411"/>
                    </a:lnTo>
                    <a:lnTo>
                      <a:pt x="1876" y="3752"/>
                    </a:lnTo>
                    <a:lnTo>
                      <a:pt x="1608" y="4117"/>
                    </a:lnTo>
                    <a:lnTo>
                      <a:pt x="1365" y="4507"/>
                    </a:lnTo>
                    <a:lnTo>
                      <a:pt x="1145" y="4896"/>
                    </a:lnTo>
                    <a:lnTo>
                      <a:pt x="926" y="5310"/>
                    </a:lnTo>
                    <a:lnTo>
                      <a:pt x="731" y="5724"/>
                    </a:lnTo>
                    <a:lnTo>
                      <a:pt x="585" y="6138"/>
                    </a:lnTo>
                    <a:lnTo>
                      <a:pt x="439" y="6577"/>
                    </a:lnTo>
                    <a:lnTo>
                      <a:pt x="293" y="7015"/>
                    </a:lnTo>
                    <a:lnTo>
                      <a:pt x="196" y="7478"/>
                    </a:lnTo>
                    <a:lnTo>
                      <a:pt x="123" y="7941"/>
                    </a:lnTo>
                    <a:lnTo>
                      <a:pt x="49" y="8403"/>
                    </a:lnTo>
                    <a:lnTo>
                      <a:pt x="25" y="8866"/>
                    </a:lnTo>
                    <a:lnTo>
                      <a:pt x="1" y="9353"/>
                    </a:lnTo>
                    <a:lnTo>
                      <a:pt x="1" y="9353"/>
                    </a:lnTo>
                    <a:lnTo>
                      <a:pt x="25" y="9840"/>
                    </a:lnTo>
                    <a:lnTo>
                      <a:pt x="49" y="10303"/>
                    </a:lnTo>
                    <a:lnTo>
                      <a:pt x="123" y="10766"/>
                    </a:lnTo>
                    <a:lnTo>
                      <a:pt x="196" y="11229"/>
                    </a:lnTo>
                    <a:lnTo>
                      <a:pt x="293" y="11691"/>
                    </a:lnTo>
                    <a:lnTo>
                      <a:pt x="439" y="12130"/>
                    </a:lnTo>
                    <a:lnTo>
                      <a:pt x="585" y="12568"/>
                    </a:lnTo>
                    <a:lnTo>
                      <a:pt x="731" y="12982"/>
                    </a:lnTo>
                    <a:lnTo>
                      <a:pt x="926" y="13396"/>
                    </a:lnTo>
                    <a:lnTo>
                      <a:pt x="1145" y="13810"/>
                    </a:lnTo>
                    <a:lnTo>
                      <a:pt x="1365" y="14200"/>
                    </a:lnTo>
                    <a:lnTo>
                      <a:pt x="1608" y="14590"/>
                    </a:lnTo>
                    <a:lnTo>
                      <a:pt x="1876" y="14955"/>
                    </a:lnTo>
                    <a:lnTo>
                      <a:pt x="2144" y="15296"/>
                    </a:lnTo>
                    <a:lnTo>
                      <a:pt x="2436" y="15637"/>
                    </a:lnTo>
                    <a:lnTo>
                      <a:pt x="2753" y="15953"/>
                    </a:lnTo>
                    <a:lnTo>
                      <a:pt x="3069" y="16270"/>
                    </a:lnTo>
                    <a:lnTo>
                      <a:pt x="3410" y="16562"/>
                    </a:lnTo>
                    <a:lnTo>
                      <a:pt x="3751" y="16830"/>
                    </a:lnTo>
                    <a:lnTo>
                      <a:pt x="4117" y="17098"/>
                    </a:lnTo>
                    <a:lnTo>
                      <a:pt x="4506" y="17342"/>
                    </a:lnTo>
                    <a:lnTo>
                      <a:pt x="4896" y="17561"/>
                    </a:lnTo>
                    <a:lnTo>
                      <a:pt x="5310" y="17780"/>
                    </a:lnTo>
                    <a:lnTo>
                      <a:pt x="5724" y="17975"/>
                    </a:lnTo>
                    <a:lnTo>
                      <a:pt x="6138" y="18121"/>
                    </a:lnTo>
                    <a:lnTo>
                      <a:pt x="6577" y="18267"/>
                    </a:lnTo>
                    <a:lnTo>
                      <a:pt x="7015" y="18413"/>
                    </a:lnTo>
                    <a:lnTo>
                      <a:pt x="7478" y="18511"/>
                    </a:lnTo>
                    <a:lnTo>
                      <a:pt x="7940" y="18584"/>
                    </a:lnTo>
                    <a:lnTo>
                      <a:pt x="8403" y="18657"/>
                    </a:lnTo>
                    <a:lnTo>
                      <a:pt x="8866" y="18681"/>
                    </a:lnTo>
                    <a:lnTo>
                      <a:pt x="9353" y="18706"/>
                    </a:lnTo>
                    <a:lnTo>
                      <a:pt x="9353" y="18706"/>
                    </a:lnTo>
                    <a:lnTo>
                      <a:pt x="9840" y="18681"/>
                    </a:lnTo>
                    <a:lnTo>
                      <a:pt x="10303" y="18657"/>
                    </a:lnTo>
                    <a:lnTo>
                      <a:pt x="10766" y="18584"/>
                    </a:lnTo>
                    <a:lnTo>
                      <a:pt x="11228" y="18511"/>
                    </a:lnTo>
                    <a:lnTo>
                      <a:pt x="11691" y="18413"/>
                    </a:lnTo>
                    <a:lnTo>
                      <a:pt x="12130" y="18267"/>
                    </a:lnTo>
                    <a:lnTo>
                      <a:pt x="12568" y="18121"/>
                    </a:lnTo>
                    <a:lnTo>
                      <a:pt x="12982" y="17975"/>
                    </a:lnTo>
                    <a:lnTo>
                      <a:pt x="13396" y="17780"/>
                    </a:lnTo>
                    <a:lnTo>
                      <a:pt x="13810" y="17561"/>
                    </a:lnTo>
                    <a:lnTo>
                      <a:pt x="14200" y="17342"/>
                    </a:lnTo>
                    <a:lnTo>
                      <a:pt x="14589" y="17098"/>
                    </a:lnTo>
                    <a:lnTo>
                      <a:pt x="14955" y="16830"/>
                    </a:lnTo>
                    <a:lnTo>
                      <a:pt x="15296" y="16562"/>
                    </a:lnTo>
                    <a:lnTo>
                      <a:pt x="15637" y="16270"/>
                    </a:lnTo>
                    <a:lnTo>
                      <a:pt x="15953" y="15953"/>
                    </a:lnTo>
                    <a:lnTo>
                      <a:pt x="16270" y="15637"/>
                    </a:lnTo>
                    <a:lnTo>
                      <a:pt x="16562" y="15296"/>
                    </a:lnTo>
                    <a:lnTo>
                      <a:pt x="16830" y="14955"/>
                    </a:lnTo>
                    <a:lnTo>
                      <a:pt x="17098" y="14590"/>
                    </a:lnTo>
                    <a:lnTo>
                      <a:pt x="17341" y="14200"/>
                    </a:lnTo>
                    <a:lnTo>
                      <a:pt x="17561" y="13810"/>
                    </a:lnTo>
                    <a:lnTo>
                      <a:pt x="17780" y="13396"/>
                    </a:lnTo>
                    <a:lnTo>
                      <a:pt x="17975" y="12982"/>
                    </a:lnTo>
                    <a:lnTo>
                      <a:pt x="18121" y="12568"/>
                    </a:lnTo>
                    <a:lnTo>
                      <a:pt x="18267" y="12130"/>
                    </a:lnTo>
                    <a:lnTo>
                      <a:pt x="18413" y="11691"/>
                    </a:lnTo>
                    <a:lnTo>
                      <a:pt x="18511" y="11229"/>
                    </a:lnTo>
                    <a:lnTo>
                      <a:pt x="18584" y="10766"/>
                    </a:lnTo>
                    <a:lnTo>
                      <a:pt x="18657" y="10303"/>
                    </a:lnTo>
                    <a:lnTo>
                      <a:pt x="18681" y="9840"/>
                    </a:lnTo>
                    <a:lnTo>
                      <a:pt x="18705" y="9353"/>
                    </a:lnTo>
                    <a:lnTo>
                      <a:pt x="18705" y="9353"/>
                    </a:lnTo>
                    <a:lnTo>
                      <a:pt x="18681" y="8866"/>
                    </a:lnTo>
                    <a:lnTo>
                      <a:pt x="18657" y="8403"/>
                    </a:lnTo>
                    <a:lnTo>
                      <a:pt x="18584" y="7941"/>
                    </a:lnTo>
                    <a:lnTo>
                      <a:pt x="18511" y="7478"/>
                    </a:lnTo>
                    <a:lnTo>
                      <a:pt x="18413" y="7015"/>
                    </a:lnTo>
                    <a:lnTo>
                      <a:pt x="18267" y="6577"/>
                    </a:lnTo>
                    <a:lnTo>
                      <a:pt x="18121" y="6138"/>
                    </a:lnTo>
                    <a:lnTo>
                      <a:pt x="17975" y="5724"/>
                    </a:lnTo>
                    <a:lnTo>
                      <a:pt x="17780" y="5310"/>
                    </a:lnTo>
                    <a:lnTo>
                      <a:pt x="17561" y="4896"/>
                    </a:lnTo>
                    <a:lnTo>
                      <a:pt x="17341" y="4507"/>
                    </a:lnTo>
                    <a:lnTo>
                      <a:pt x="17098" y="4117"/>
                    </a:lnTo>
                    <a:lnTo>
                      <a:pt x="16830" y="3752"/>
                    </a:lnTo>
                    <a:lnTo>
                      <a:pt x="16562" y="3411"/>
                    </a:lnTo>
                    <a:lnTo>
                      <a:pt x="16270" y="3070"/>
                    </a:lnTo>
                    <a:lnTo>
                      <a:pt x="15953" y="2753"/>
                    </a:lnTo>
                    <a:lnTo>
                      <a:pt x="15637" y="2436"/>
                    </a:lnTo>
                    <a:lnTo>
                      <a:pt x="15296" y="2144"/>
                    </a:lnTo>
                    <a:lnTo>
                      <a:pt x="14955" y="1876"/>
                    </a:lnTo>
                    <a:lnTo>
                      <a:pt x="14589" y="1608"/>
                    </a:lnTo>
                    <a:lnTo>
                      <a:pt x="14200" y="1365"/>
                    </a:lnTo>
                    <a:lnTo>
                      <a:pt x="13810" y="1146"/>
                    </a:lnTo>
                    <a:lnTo>
                      <a:pt x="13396" y="926"/>
                    </a:lnTo>
                    <a:lnTo>
                      <a:pt x="12982" y="732"/>
                    </a:lnTo>
                    <a:lnTo>
                      <a:pt x="12568" y="585"/>
                    </a:lnTo>
                    <a:lnTo>
                      <a:pt x="12130" y="439"/>
                    </a:lnTo>
                    <a:lnTo>
                      <a:pt x="11691" y="293"/>
                    </a:lnTo>
                    <a:lnTo>
                      <a:pt x="11228" y="196"/>
                    </a:lnTo>
                    <a:lnTo>
                      <a:pt x="10766" y="123"/>
                    </a:lnTo>
                    <a:lnTo>
                      <a:pt x="10303" y="50"/>
                    </a:lnTo>
                    <a:lnTo>
                      <a:pt x="9840" y="25"/>
                    </a:lnTo>
                    <a:lnTo>
                      <a:pt x="9353" y="1"/>
                    </a:lnTo>
                    <a:lnTo>
                      <a:pt x="935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1"/>
              <p:cNvSpPr/>
              <p:nvPr/>
            </p:nvSpPr>
            <p:spPr>
              <a:xfrm>
                <a:off x="6211975" y="3753150"/>
                <a:ext cx="19525" cy="18900"/>
              </a:xfrm>
              <a:custGeom>
                <a:rect b="b" l="l" r="r" t="t"/>
                <a:pathLst>
                  <a:path extrusionOk="0" fill="none" h="756" w="781">
                    <a:moveTo>
                      <a:pt x="585" y="0"/>
                    </a:moveTo>
                    <a:lnTo>
                      <a:pt x="585" y="0"/>
                    </a:lnTo>
                    <a:lnTo>
                      <a:pt x="658" y="24"/>
                    </a:lnTo>
                    <a:lnTo>
                      <a:pt x="707" y="49"/>
                    </a:lnTo>
                    <a:lnTo>
                      <a:pt x="756" y="122"/>
                    </a:lnTo>
                    <a:lnTo>
                      <a:pt x="780" y="195"/>
                    </a:lnTo>
                    <a:lnTo>
                      <a:pt x="780" y="195"/>
                    </a:lnTo>
                    <a:lnTo>
                      <a:pt x="756" y="268"/>
                    </a:lnTo>
                    <a:lnTo>
                      <a:pt x="707" y="390"/>
                    </a:lnTo>
                    <a:lnTo>
                      <a:pt x="658" y="487"/>
                    </a:lnTo>
                    <a:lnTo>
                      <a:pt x="585" y="560"/>
                    </a:lnTo>
                    <a:lnTo>
                      <a:pt x="585" y="560"/>
                    </a:lnTo>
                    <a:lnTo>
                      <a:pt x="488" y="633"/>
                    </a:lnTo>
                    <a:lnTo>
                      <a:pt x="390" y="706"/>
                    </a:lnTo>
                    <a:lnTo>
                      <a:pt x="293" y="755"/>
                    </a:lnTo>
                    <a:lnTo>
                      <a:pt x="196" y="755"/>
                    </a:lnTo>
                    <a:lnTo>
                      <a:pt x="196" y="755"/>
                    </a:lnTo>
                    <a:lnTo>
                      <a:pt x="122" y="755"/>
                    </a:lnTo>
                    <a:lnTo>
                      <a:pt x="74" y="706"/>
                    </a:lnTo>
                    <a:lnTo>
                      <a:pt x="25" y="633"/>
                    </a:lnTo>
                    <a:lnTo>
                      <a:pt x="1" y="560"/>
                    </a:lnTo>
                    <a:lnTo>
                      <a:pt x="1" y="560"/>
                    </a:lnTo>
                    <a:lnTo>
                      <a:pt x="25" y="487"/>
                    </a:lnTo>
                    <a:lnTo>
                      <a:pt x="74" y="390"/>
                    </a:lnTo>
                    <a:lnTo>
                      <a:pt x="122" y="268"/>
                    </a:lnTo>
                    <a:lnTo>
                      <a:pt x="196" y="195"/>
                    </a:lnTo>
                    <a:lnTo>
                      <a:pt x="196" y="195"/>
                    </a:lnTo>
                    <a:lnTo>
                      <a:pt x="293" y="122"/>
                    </a:lnTo>
                    <a:lnTo>
                      <a:pt x="390" y="49"/>
                    </a:lnTo>
                    <a:lnTo>
                      <a:pt x="488" y="24"/>
                    </a:lnTo>
                    <a:lnTo>
                      <a:pt x="585" y="0"/>
                    </a:lnTo>
                    <a:lnTo>
                      <a:pt x="58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1"/>
              <p:cNvSpPr/>
              <p:nvPr/>
            </p:nvSpPr>
            <p:spPr>
              <a:xfrm>
                <a:off x="5943475" y="3695900"/>
                <a:ext cx="177800" cy="351350"/>
              </a:xfrm>
              <a:custGeom>
                <a:rect b="b" l="l" r="r" t="t"/>
                <a:pathLst>
                  <a:path extrusionOk="0" fill="none" h="14054" w="7112">
                    <a:moveTo>
                      <a:pt x="2582" y="780"/>
                    </a:moveTo>
                    <a:lnTo>
                      <a:pt x="2582" y="780"/>
                    </a:lnTo>
                    <a:lnTo>
                      <a:pt x="2752" y="780"/>
                    </a:lnTo>
                    <a:lnTo>
                      <a:pt x="2752" y="780"/>
                    </a:lnTo>
                    <a:lnTo>
                      <a:pt x="2996" y="780"/>
                    </a:lnTo>
                    <a:lnTo>
                      <a:pt x="3215" y="829"/>
                    </a:lnTo>
                    <a:lnTo>
                      <a:pt x="3386" y="878"/>
                    </a:lnTo>
                    <a:lnTo>
                      <a:pt x="3507" y="951"/>
                    </a:lnTo>
                    <a:lnTo>
                      <a:pt x="3507" y="951"/>
                    </a:lnTo>
                    <a:lnTo>
                      <a:pt x="3605" y="1024"/>
                    </a:lnTo>
                    <a:lnTo>
                      <a:pt x="3702" y="1048"/>
                    </a:lnTo>
                    <a:lnTo>
                      <a:pt x="3800" y="1024"/>
                    </a:lnTo>
                    <a:lnTo>
                      <a:pt x="3897" y="951"/>
                    </a:lnTo>
                    <a:lnTo>
                      <a:pt x="3897" y="951"/>
                    </a:lnTo>
                    <a:lnTo>
                      <a:pt x="3970" y="878"/>
                    </a:lnTo>
                    <a:lnTo>
                      <a:pt x="4092" y="829"/>
                    </a:lnTo>
                    <a:lnTo>
                      <a:pt x="4189" y="780"/>
                    </a:lnTo>
                    <a:lnTo>
                      <a:pt x="4262" y="780"/>
                    </a:lnTo>
                    <a:lnTo>
                      <a:pt x="4262" y="780"/>
                    </a:lnTo>
                    <a:lnTo>
                      <a:pt x="4384" y="731"/>
                    </a:lnTo>
                    <a:lnTo>
                      <a:pt x="4506" y="658"/>
                    </a:lnTo>
                    <a:lnTo>
                      <a:pt x="4676" y="537"/>
                    </a:lnTo>
                    <a:lnTo>
                      <a:pt x="4847" y="390"/>
                    </a:lnTo>
                    <a:lnTo>
                      <a:pt x="4847" y="390"/>
                    </a:lnTo>
                    <a:lnTo>
                      <a:pt x="5042" y="244"/>
                    </a:lnTo>
                    <a:lnTo>
                      <a:pt x="5285" y="123"/>
                    </a:lnTo>
                    <a:lnTo>
                      <a:pt x="5529" y="49"/>
                    </a:lnTo>
                    <a:lnTo>
                      <a:pt x="5797" y="1"/>
                    </a:lnTo>
                    <a:lnTo>
                      <a:pt x="5797" y="1"/>
                    </a:lnTo>
                    <a:lnTo>
                      <a:pt x="5894" y="25"/>
                    </a:lnTo>
                    <a:lnTo>
                      <a:pt x="5992" y="49"/>
                    </a:lnTo>
                    <a:lnTo>
                      <a:pt x="6040" y="74"/>
                    </a:lnTo>
                    <a:lnTo>
                      <a:pt x="6089" y="123"/>
                    </a:lnTo>
                    <a:lnTo>
                      <a:pt x="6089" y="171"/>
                    </a:lnTo>
                    <a:lnTo>
                      <a:pt x="6089" y="244"/>
                    </a:lnTo>
                    <a:lnTo>
                      <a:pt x="6040" y="317"/>
                    </a:lnTo>
                    <a:lnTo>
                      <a:pt x="5992" y="390"/>
                    </a:lnTo>
                    <a:lnTo>
                      <a:pt x="5992" y="390"/>
                    </a:lnTo>
                    <a:lnTo>
                      <a:pt x="5845" y="561"/>
                    </a:lnTo>
                    <a:lnTo>
                      <a:pt x="5772" y="707"/>
                    </a:lnTo>
                    <a:lnTo>
                      <a:pt x="5748" y="853"/>
                    </a:lnTo>
                    <a:lnTo>
                      <a:pt x="5772" y="926"/>
                    </a:lnTo>
                    <a:lnTo>
                      <a:pt x="5797" y="951"/>
                    </a:lnTo>
                    <a:lnTo>
                      <a:pt x="5797" y="951"/>
                    </a:lnTo>
                    <a:lnTo>
                      <a:pt x="5870" y="1048"/>
                    </a:lnTo>
                    <a:lnTo>
                      <a:pt x="5918" y="1145"/>
                    </a:lnTo>
                    <a:lnTo>
                      <a:pt x="5967" y="1243"/>
                    </a:lnTo>
                    <a:lnTo>
                      <a:pt x="5992" y="1340"/>
                    </a:lnTo>
                    <a:lnTo>
                      <a:pt x="5992" y="1340"/>
                    </a:lnTo>
                    <a:lnTo>
                      <a:pt x="5967" y="1438"/>
                    </a:lnTo>
                    <a:lnTo>
                      <a:pt x="5918" y="1535"/>
                    </a:lnTo>
                    <a:lnTo>
                      <a:pt x="5870" y="1633"/>
                    </a:lnTo>
                    <a:lnTo>
                      <a:pt x="5797" y="1730"/>
                    </a:lnTo>
                    <a:lnTo>
                      <a:pt x="5797" y="1730"/>
                    </a:lnTo>
                    <a:lnTo>
                      <a:pt x="5748" y="1754"/>
                    </a:lnTo>
                    <a:lnTo>
                      <a:pt x="5699" y="1754"/>
                    </a:lnTo>
                    <a:lnTo>
                      <a:pt x="5553" y="1754"/>
                    </a:lnTo>
                    <a:lnTo>
                      <a:pt x="5383" y="1657"/>
                    </a:lnTo>
                    <a:lnTo>
                      <a:pt x="5212" y="1535"/>
                    </a:lnTo>
                    <a:lnTo>
                      <a:pt x="5212" y="1535"/>
                    </a:lnTo>
                    <a:lnTo>
                      <a:pt x="5066" y="1389"/>
                    </a:lnTo>
                    <a:lnTo>
                      <a:pt x="4896" y="1316"/>
                    </a:lnTo>
                    <a:lnTo>
                      <a:pt x="4749" y="1292"/>
                    </a:lnTo>
                    <a:lnTo>
                      <a:pt x="4701" y="1316"/>
                    </a:lnTo>
                    <a:lnTo>
                      <a:pt x="4652" y="1340"/>
                    </a:lnTo>
                    <a:lnTo>
                      <a:pt x="4652" y="1340"/>
                    </a:lnTo>
                    <a:lnTo>
                      <a:pt x="4555" y="1413"/>
                    </a:lnTo>
                    <a:lnTo>
                      <a:pt x="4457" y="1486"/>
                    </a:lnTo>
                    <a:lnTo>
                      <a:pt x="4360" y="1511"/>
                    </a:lnTo>
                    <a:lnTo>
                      <a:pt x="4262" y="1535"/>
                    </a:lnTo>
                    <a:lnTo>
                      <a:pt x="4262" y="1535"/>
                    </a:lnTo>
                    <a:lnTo>
                      <a:pt x="4116" y="1559"/>
                    </a:lnTo>
                    <a:lnTo>
                      <a:pt x="4043" y="1584"/>
                    </a:lnTo>
                    <a:lnTo>
                      <a:pt x="3994" y="1633"/>
                    </a:lnTo>
                    <a:lnTo>
                      <a:pt x="3994" y="1633"/>
                    </a:lnTo>
                    <a:lnTo>
                      <a:pt x="3946" y="1657"/>
                    </a:lnTo>
                    <a:lnTo>
                      <a:pt x="3873" y="1681"/>
                    </a:lnTo>
                    <a:lnTo>
                      <a:pt x="3702" y="1730"/>
                    </a:lnTo>
                    <a:lnTo>
                      <a:pt x="3702" y="1730"/>
                    </a:lnTo>
                    <a:lnTo>
                      <a:pt x="3605" y="1730"/>
                    </a:lnTo>
                    <a:lnTo>
                      <a:pt x="3507" y="1779"/>
                    </a:lnTo>
                    <a:lnTo>
                      <a:pt x="3410" y="1827"/>
                    </a:lnTo>
                    <a:lnTo>
                      <a:pt x="3312" y="1900"/>
                    </a:lnTo>
                    <a:lnTo>
                      <a:pt x="3312" y="1900"/>
                    </a:lnTo>
                    <a:lnTo>
                      <a:pt x="3288" y="1949"/>
                    </a:lnTo>
                    <a:lnTo>
                      <a:pt x="3288" y="2022"/>
                    </a:lnTo>
                    <a:lnTo>
                      <a:pt x="3288" y="2144"/>
                    </a:lnTo>
                    <a:lnTo>
                      <a:pt x="3386" y="2314"/>
                    </a:lnTo>
                    <a:lnTo>
                      <a:pt x="3507" y="2485"/>
                    </a:lnTo>
                    <a:lnTo>
                      <a:pt x="3507" y="2485"/>
                    </a:lnTo>
                    <a:lnTo>
                      <a:pt x="3605" y="2558"/>
                    </a:lnTo>
                    <a:lnTo>
                      <a:pt x="3702" y="2582"/>
                    </a:lnTo>
                    <a:lnTo>
                      <a:pt x="3800" y="2607"/>
                    </a:lnTo>
                    <a:lnTo>
                      <a:pt x="3921" y="2607"/>
                    </a:lnTo>
                    <a:lnTo>
                      <a:pt x="4043" y="2582"/>
                    </a:lnTo>
                    <a:lnTo>
                      <a:pt x="4141" y="2534"/>
                    </a:lnTo>
                    <a:lnTo>
                      <a:pt x="4262" y="2461"/>
                    </a:lnTo>
                    <a:lnTo>
                      <a:pt x="4360" y="2388"/>
                    </a:lnTo>
                    <a:lnTo>
                      <a:pt x="4360" y="2388"/>
                    </a:lnTo>
                    <a:lnTo>
                      <a:pt x="4555" y="2193"/>
                    </a:lnTo>
                    <a:lnTo>
                      <a:pt x="4749" y="2047"/>
                    </a:lnTo>
                    <a:lnTo>
                      <a:pt x="4920" y="1949"/>
                    </a:lnTo>
                    <a:lnTo>
                      <a:pt x="5042" y="1900"/>
                    </a:lnTo>
                    <a:lnTo>
                      <a:pt x="5042" y="1900"/>
                    </a:lnTo>
                    <a:lnTo>
                      <a:pt x="5115" y="1925"/>
                    </a:lnTo>
                    <a:lnTo>
                      <a:pt x="5163" y="1974"/>
                    </a:lnTo>
                    <a:lnTo>
                      <a:pt x="5212" y="2022"/>
                    </a:lnTo>
                    <a:lnTo>
                      <a:pt x="5212" y="2095"/>
                    </a:lnTo>
                    <a:lnTo>
                      <a:pt x="5212" y="2095"/>
                    </a:lnTo>
                    <a:lnTo>
                      <a:pt x="5236" y="2168"/>
                    </a:lnTo>
                    <a:lnTo>
                      <a:pt x="5285" y="2241"/>
                    </a:lnTo>
                    <a:lnTo>
                      <a:pt x="5334" y="2266"/>
                    </a:lnTo>
                    <a:lnTo>
                      <a:pt x="5407" y="2290"/>
                    </a:lnTo>
                    <a:lnTo>
                      <a:pt x="5407" y="2290"/>
                    </a:lnTo>
                    <a:lnTo>
                      <a:pt x="5504" y="2314"/>
                    </a:lnTo>
                    <a:lnTo>
                      <a:pt x="5602" y="2339"/>
                    </a:lnTo>
                    <a:lnTo>
                      <a:pt x="5699" y="2412"/>
                    </a:lnTo>
                    <a:lnTo>
                      <a:pt x="5797" y="2485"/>
                    </a:lnTo>
                    <a:lnTo>
                      <a:pt x="5797" y="2485"/>
                    </a:lnTo>
                    <a:lnTo>
                      <a:pt x="5845" y="2558"/>
                    </a:lnTo>
                    <a:lnTo>
                      <a:pt x="5870" y="2680"/>
                    </a:lnTo>
                    <a:lnTo>
                      <a:pt x="5845" y="2777"/>
                    </a:lnTo>
                    <a:lnTo>
                      <a:pt x="5797" y="2850"/>
                    </a:lnTo>
                    <a:lnTo>
                      <a:pt x="5797" y="2850"/>
                    </a:lnTo>
                    <a:lnTo>
                      <a:pt x="5699" y="2923"/>
                    </a:lnTo>
                    <a:lnTo>
                      <a:pt x="5602" y="2996"/>
                    </a:lnTo>
                    <a:lnTo>
                      <a:pt x="5504" y="3045"/>
                    </a:lnTo>
                    <a:lnTo>
                      <a:pt x="5407" y="3045"/>
                    </a:lnTo>
                    <a:lnTo>
                      <a:pt x="5407" y="3045"/>
                    </a:lnTo>
                    <a:lnTo>
                      <a:pt x="5310" y="3069"/>
                    </a:lnTo>
                    <a:lnTo>
                      <a:pt x="5163" y="3167"/>
                    </a:lnTo>
                    <a:lnTo>
                      <a:pt x="4993" y="3289"/>
                    </a:lnTo>
                    <a:lnTo>
                      <a:pt x="4847" y="3435"/>
                    </a:lnTo>
                    <a:lnTo>
                      <a:pt x="4847" y="3435"/>
                    </a:lnTo>
                    <a:lnTo>
                      <a:pt x="4676" y="3581"/>
                    </a:lnTo>
                    <a:lnTo>
                      <a:pt x="4506" y="3703"/>
                    </a:lnTo>
                    <a:lnTo>
                      <a:pt x="4384" y="3776"/>
                    </a:lnTo>
                    <a:lnTo>
                      <a:pt x="4262" y="3800"/>
                    </a:lnTo>
                    <a:lnTo>
                      <a:pt x="4262" y="3800"/>
                    </a:lnTo>
                    <a:lnTo>
                      <a:pt x="4141" y="3849"/>
                    </a:lnTo>
                    <a:lnTo>
                      <a:pt x="3970" y="3971"/>
                    </a:lnTo>
                    <a:lnTo>
                      <a:pt x="3726" y="4165"/>
                    </a:lnTo>
                    <a:lnTo>
                      <a:pt x="3483" y="4409"/>
                    </a:lnTo>
                    <a:lnTo>
                      <a:pt x="3142" y="4750"/>
                    </a:lnTo>
                    <a:lnTo>
                      <a:pt x="3142" y="4750"/>
                    </a:lnTo>
                    <a:lnTo>
                      <a:pt x="3020" y="4847"/>
                    </a:lnTo>
                    <a:lnTo>
                      <a:pt x="2874" y="4969"/>
                    </a:lnTo>
                    <a:lnTo>
                      <a:pt x="2557" y="5164"/>
                    </a:lnTo>
                    <a:lnTo>
                      <a:pt x="2265" y="5286"/>
                    </a:lnTo>
                    <a:lnTo>
                      <a:pt x="2119" y="5310"/>
                    </a:lnTo>
                    <a:lnTo>
                      <a:pt x="1997" y="5335"/>
                    </a:lnTo>
                    <a:lnTo>
                      <a:pt x="1997" y="5335"/>
                    </a:lnTo>
                    <a:lnTo>
                      <a:pt x="1754" y="5335"/>
                    </a:lnTo>
                    <a:lnTo>
                      <a:pt x="1535" y="5383"/>
                    </a:lnTo>
                    <a:lnTo>
                      <a:pt x="1364" y="5456"/>
                    </a:lnTo>
                    <a:lnTo>
                      <a:pt x="1242" y="5529"/>
                    </a:lnTo>
                    <a:lnTo>
                      <a:pt x="1242" y="5529"/>
                    </a:lnTo>
                    <a:lnTo>
                      <a:pt x="1169" y="5602"/>
                    </a:lnTo>
                    <a:lnTo>
                      <a:pt x="1096" y="5700"/>
                    </a:lnTo>
                    <a:lnTo>
                      <a:pt x="1047" y="5797"/>
                    </a:lnTo>
                    <a:lnTo>
                      <a:pt x="1047" y="5895"/>
                    </a:lnTo>
                    <a:lnTo>
                      <a:pt x="1047" y="5895"/>
                    </a:lnTo>
                    <a:lnTo>
                      <a:pt x="1047" y="5992"/>
                    </a:lnTo>
                    <a:lnTo>
                      <a:pt x="1096" y="6090"/>
                    </a:lnTo>
                    <a:lnTo>
                      <a:pt x="1169" y="6187"/>
                    </a:lnTo>
                    <a:lnTo>
                      <a:pt x="1242" y="6284"/>
                    </a:lnTo>
                    <a:lnTo>
                      <a:pt x="1242" y="6284"/>
                    </a:lnTo>
                    <a:lnTo>
                      <a:pt x="1315" y="6357"/>
                    </a:lnTo>
                    <a:lnTo>
                      <a:pt x="1413" y="6406"/>
                    </a:lnTo>
                    <a:lnTo>
                      <a:pt x="1535" y="6455"/>
                    </a:lnTo>
                    <a:lnTo>
                      <a:pt x="1608" y="6455"/>
                    </a:lnTo>
                    <a:lnTo>
                      <a:pt x="1608" y="6455"/>
                    </a:lnTo>
                    <a:lnTo>
                      <a:pt x="1729" y="6504"/>
                    </a:lnTo>
                    <a:lnTo>
                      <a:pt x="1876" y="6601"/>
                    </a:lnTo>
                    <a:lnTo>
                      <a:pt x="2070" y="6747"/>
                    </a:lnTo>
                    <a:lnTo>
                      <a:pt x="2290" y="6942"/>
                    </a:lnTo>
                    <a:lnTo>
                      <a:pt x="2290" y="6942"/>
                    </a:lnTo>
                    <a:lnTo>
                      <a:pt x="2484" y="7137"/>
                    </a:lnTo>
                    <a:lnTo>
                      <a:pt x="2679" y="7283"/>
                    </a:lnTo>
                    <a:lnTo>
                      <a:pt x="2825" y="7380"/>
                    </a:lnTo>
                    <a:lnTo>
                      <a:pt x="2947" y="7405"/>
                    </a:lnTo>
                    <a:lnTo>
                      <a:pt x="2947" y="7405"/>
                    </a:lnTo>
                    <a:lnTo>
                      <a:pt x="3093" y="7380"/>
                    </a:lnTo>
                    <a:lnTo>
                      <a:pt x="3166" y="7356"/>
                    </a:lnTo>
                    <a:lnTo>
                      <a:pt x="3239" y="7332"/>
                    </a:lnTo>
                    <a:lnTo>
                      <a:pt x="3239" y="7332"/>
                    </a:lnTo>
                    <a:lnTo>
                      <a:pt x="3288" y="7283"/>
                    </a:lnTo>
                    <a:lnTo>
                      <a:pt x="3410" y="7259"/>
                    </a:lnTo>
                    <a:lnTo>
                      <a:pt x="3556" y="7234"/>
                    </a:lnTo>
                    <a:lnTo>
                      <a:pt x="3702" y="7234"/>
                    </a:lnTo>
                    <a:lnTo>
                      <a:pt x="3702" y="7234"/>
                    </a:lnTo>
                    <a:lnTo>
                      <a:pt x="3873" y="7234"/>
                    </a:lnTo>
                    <a:lnTo>
                      <a:pt x="4019" y="7283"/>
                    </a:lnTo>
                    <a:lnTo>
                      <a:pt x="4165" y="7332"/>
                    </a:lnTo>
                    <a:lnTo>
                      <a:pt x="4262" y="7429"/>
                    </a:lnTo>
                    <a:lnTo>
                      <a:pt x="4262" y="7429"/>
                    </a:lnTo>
                    <a:lnTo>
                      <a:pt x="4360" y="7502"/>
                    </a:lnTo>
                    <a:lnTo>
                      <a:pt x="4457" y="7551"/>
                    </a:lnTo>
                    <a:lnTo>
                      <a:pt x="4555" y="7600"/>
                    </a:lnTo>
                    <a:lnTo>
                      <a:pt x="4652" y="7600"/>
                    </a:lnTo>
                    <a:lnTo>
                      <a:pt x="4652" y="7600"/>
                    </a:lnTo>
                    <a:lnTo>
                      <a:pt x="4749" y="7648"/>
                    </a:lnTo>
                    <a:lnTo>
                      <a:pt x="4896" y="7721"/>
                    </a:lnTo>
                    <a:lnTo>
                      <a:pt x="5066" y="7843"/>
                    </a:lnTo>
                    <a:lnTo>
                      <a:pt x="5212" y="7989"/>
                    </a:lnTo>
                    <a:lnTo>
                      <a:pt x="5212" y="7989"/>
                    </a:lnTo>
                    <a:lnTo>
                      <a:pt x="5383" y="8135"/>
                    </a:lnTo>
                    <a:lnTo>
                      <a:pt x="5553" y="8257"/>
                    </a:lnTo>
                    <a:lnTo>
                      <a:pt x="5699" y="8330"/>
                    </a:lnTo>
                    <a:lnTo>
                      <a:pt x="5797" y="8355"/>
                    </a:lnTo>
                    <a:lnTo>
                      <a:pt x="5797" y="8355"/>
                    </a:lnTo>
                    <a:lnTo>
                      <a:pt x="5870" y="8379"/>
                    </a:lnTo>
                    <a:lnTo>
                      <a:pt x="5992" y="8428"/>
                    </a:lnTo>
                    <a:lnTo>
                      <a:pt x="6089" y="8476"/>
                    </a:lnTo>
                    <a:lnTo>
                      <a:pt x="6162" y="8549"/>
                    </a:lnTo>
                    <a:lnTo>
                      <a:pt x="6162" y="8549"/>
                    </a:lnTo>
                    <a:lnTo>
                      <a:pt x="6259" y="8622"/>
                    </a:lnTo>
                    <a:lnTo>
                      <a:pt x="6357" y="8695"/>
                    </a:lnTo>
                    <a:lnTo>
                      <a:pt x="6454" y="8720"/>
                    </a:lnTo>
                    <a:lnTo>
                      <a:pt x="6552" y="8744"/>
                    </a:lnTo>
                    <a:lnTo>
                      <a:pt x="6552" y="8744"/>
                    </a:lnTo>
                    <a:lnTo>
                      <a:pt x="6649" y="8769"/>
                    </a:lnTo>
                    <a:lnTo>
                      <a:pt x="6747" y="8793"/>
                    </a:lnTo>
                    <a:lnTo>
                      <a:pt x="6844" y="8866"/>
                    </a:lnTo>
                    <a:lnTo>
                      <a:pt x="6941" y="8939"/>
                    </a:lnTo>
                    <a:lnTo>
                      <a:pt x="6941" y="8939"/>
                    </a:lnTo>
                    <a:lnTo>
                      <a:pt x="7014" y="9036"/>
                    </a:lnTo>
                    <a:lnTo>
                      <a:pt x="7063" y="9134"/>
                    </a:lnTo>
                    <a:lnTo>
                      <a:pt x="7112" y="9231"/>
                    </a:lnTo>
                    <a:lnTo>
                      <a:pt x="7112" y="9304"/>
                    </a:lnTo>
                    <a:lnTo>
                      <a:pt x="7112" y="9304"/>
                    </a:lnTo>
                    <a:lnTo>
                      <a:pt x="7112" y="9402"/>
                    </a:lnTo>
                    <a:lnTo>
                      <a:pt x="7063" y="9499"/>
                    </a:lnTo>
                    <a:lnTo>
                      <a:pt x="7014" y="9597"/>
                    </a:lnTo>
                    <a:lnTo>
                      <a:pt x="6941" y="9694"/>
                    </a:lnTo>
                    <a:lnTo>
                      <a:pt x="6941" y="9694"/>
                    </a:lnTo>
                    <a:lnTo>
                      <a:pt x="6868" y="9791"/>
                    </a:lnTo>
                    <a:lnTo>
                      <a:pt x="6795" y="9889"/>
                    </a:lnTo>
                    <a:lnTo>
                      <a:pt x="6747" y="9986"/>
                    </a:lnTo>
                    <a:lnTo>
                      <a:pt x="6747" y="10084"/>
                    </a:lnTo>
                    <a:lnTo>
                      <a:pt x="6747" y="10084"/>
                    </a:lnTo>
                    <a:lnTo>
                      <a:pt x="6722" y="10181"/>
                    </a:lnTo>
                    <a:lnTo>
                      <a:pt x="6625" y="10327"/>
                    </a:lnTo>
                    <a:lnTo>
                      <a:pt x="6503" y="10473"/>
                    </a:lnTo>
                    <a:lnTo>
                      <a:pt x="6357" y="10644"/>
                    </a:lnTo>
                    <a:lnTo>
                      <a:pt x="6357" y="10644"/>
                    </a:lnTo>
                    <a:lnTo>
                      <a:pt x="6211" y="10814"/>
                    </a:lnTo>
                    <a:lnTo>
                      <a:pt x="6089" y="10961"/>
                    </a:lnTo>
                    <a:lnTo>
                      <a:pt x="6016" y="11107"/>
                    </a:lnTo>
                    <a:lnTo>
                      <a:pt x="5992" y="11204"/>
                    </a:lnTo>
                    <a:lnTo>
                      <a:pt x="5992" y="11204"/>
                    </a:lnTo>
                    <a:lnTo>
                      <a:pt x="5943" y="11326"/>
                    </a:lnTo>
                    <a:lnTo>
                      <a:pt x="5870" y="11472"/>
                    </a:lnTo>
                    <a:lnTo>
                      <a:pt x="5748" y="11618"/>
                    </a:lnTo>
                    <a:lnTo>
                      <a:pt x="5602" y="11789"/>
                    </a:lnTo>
                    <a:lnTo>
                      <a:pt x="5602" y="11789"/>
                    </a:lnTo>
                    <a:lnTo>
                      <a:pt x="5456" y="11935"/>
                    </a:lnTo>
                    <a:lnTo>
                      <a:pt x="5334" y="12105"/>
                    </a:lnTo>
                    <a:lnTo>
                      <a:pt x="5261" y="12251"/>
                    </a:lnTo>
                    <a:lnTo>
                      <a:pt x="5212" y="12349"/>
                    </a:lnTo>
                    <a:lnTo>
                      <a:pt x="5212" y="12349"/>
                    </a:lnTo>
                    <a:lnTo>
                      <a:pt x="5188" y="12446"/>
                    </a:lnTo>
                    <a:lnTo>
                      <a:pt x="5139" y="12568"/>
                    </a:lnTo>
                    <a:lnTo>
                      <a:pt x="5042" y="12714"/>
                    </a:lnTo>
                    <a:lnTo>
                      <a:pt x="4944" y="12836"/>
                    </a:lnTo>
                    <a:lnTo>
                      <a:pt x="4944" y="12836"/>
                    </a:lnTo>
                    <a:lnTo>
                      <a:pt x="4822" y="12958"/>
                    </a:lnTo>
                    <a:lnTo>
                      <a:pt x="4725" y="13079"/>
                    </a:lnTo>
                    <a:lnTo>
                      <a:pt x="4676" y="13201"/>
                    </a:lnTo>
                    <a:lnTo>
                      <a:pt x="4652" y="13299"/>
                    </a:lnTo>
                    <a:lnTo>
                      <a:pt x="4652" y="13299"/>
                    </a:lnTo>
                    <a:lnTo>
                      <a:pt x="4676" y="13469"/>
                    </a:lnTo>
                    <a:lnTo>
                      <a:pt x="4701" y="13542"/>
                    </a:lnTo>
                    <a:lnTo>
                      <a:pt x="4749" y="13591"/>
                    </a:lnTo>
                    <a:lnTo>
                      <a:pt x="4749" y="13591"/>
                    </a:lnTo>
                    <a:lnTo>
                      <a:pt x="4774" y="13640"/>
                    </a:lnTo>
                    <a:lnTo>
                      <a:pt x="4822" y="13713"/>
                    </a:lnTo>
                    <a:lnTo>
                      <a:pt x="4847" y="13883"/>
                    </a:lnTo>
                    <a:lnTo>
                      <a:pt x="4847" y="13883"/>
                    </a:lnTo>
                    <a:lnTo>
                      <a:pt x="4822" y="13956"/>
                    </a:lnTo>
                    <a:lnTo>
                      <a:pt x="4774" y="14005"/>
                    </a:lnTo>
                    <a:lnTo>
                      <a:pt x="4725" y="14054"/>
                    </a:lnTo>
                    <a:lnTo>
                      <a:pt x="4652" y="14054"/>
                    </a:lnTo>
                    <a:lnTo>
                      <a:pt x="4652" y="14054"/>
                    </a:lnTo>
                    <a:lnTo>
                      <a:pt x="4555" y="14054"/>
                    </a:lnTo>
                    <a:lnTo>
                      <a:pt x="4457" y="14005"/>
                    </a:lnTo>
                    <a:lnTo>
                      <a:pt x="4360" y="13956"/>
                    </a:lnTo>
                    <a:lnTo>
                      <a:pt x="4262" y="13883"/>
                    </a:lnTo>
                    <a:lnTo>
                      <a:pt x="4262" y="13883"/>
                    </a:lnTo>
                    <a:lnTo>
                      <a:pt x="4189" y="13761"/>
                    </a:lnTo>
                    <a:lnTo>
                      <a:pt x="4141" y="13615"/>
                    </a:lnTo>
                    <a:lnTo>
                      <a:pt x="4092" y="13469"/>
                    </a:lnTo>
                    <a:lnTo>
                      <a:pt x="4092" y="13299"/>
                    </a:lnTo>
                    <a:lnTo>
                      <a:pt x="4092" y="13299"/>
                    </a:lnTo>
                    <a:lnTo>
                      <a:pt x="4067" y="13152"/>
                    </a:lnTo>
                    <a:lnTo>
                      <a:pt x="4019" y="12982"/>
                    </a:lnTo>
                    <a:lnTo>
                      <a:pt x="3970" y="12836"/>
                    </a:lnTo>
                    <a:lnTo>
                      <a:pt x="3897" y="12738"/>
                    </a:lnTo>
                    <a:lnTo>
                      <a:pt x="3897" y="12738"/>
                    </a:lnTo>
                    <a:lnTo>
                      <a:pt x="3848" y="12690"/>
                    </a:lnTo>
                    <a:lnTo>
                      <a:pt x="3824" y="12592"/>
                    </a:lnTo>
                    <a:lnTo>
                      <a:pt x="3751" y="12349"/>
                    </a:lnTo>
                    <a:lnTo>
                      <a:pt x="3726" y="12056"/>
                    </a:lnTo>
                    <a:lnTo>
                      <a:pt x="3702" y="11716"/>
                    </a:lnTo>
                    <a:lnTo>
                      <a:pt x="3702" y="11472"/>
                    </a:lnTo>
                    <a:lnTo>
                      <a:pt x="3702" y="11472"/>
                    </a:lnTo>
                    <a:lnTo>
                      <a:pt x="3702" y="11301"/>
                    </a:lnTo>
                    <a:lnTo>
                      <a:pt x="3653" y="11107"/>
                    </a:lnTo>
                    <a:lnTo>
                      <a:pt x="3629" y="10936"/>
                    </a:lnTo>
                    <a:lnTo>
                      <a:pt x="3556" y="10741"/>
                    </a:lnTo>
                    <a:lnTo>
                      <a:pt x="3483" y="10571"/>
                    </a:lnTo>
                    <a:lnTo>
                      <a:pt x="3410" y="10425"/>
                    </a:lnTo>
                    <a:lnTo>
                      <a:pt x="3312" y="10279"/>
                    </a:lnTo>
                    <a:lnTo>
                      <a:pt x="3239" y="10181"/>
                    </a:lnTo>
                    <a:lnTo>
                      <a:pt x="3239" y="10181"/>
                    </a:lnTo>
                    <a:lnTo>
                      <a:pt x="3045" y="9962"/>
                    </a:lnTo>
                    <a:lnTo>
                      <a:pt x="2898" y="9767"/>
                    </a:lnTo>
                    <a:lnTo>
                      <a:pt x="2801" y="9621"/>
                    </a:lnTo>
                    <a:lnTo>
                      <a:pt x="2752" y="9499"/>
                    </a:lnTo>
                    <a:lnTo>
                      <a:pt x="2752" y="9499"/>
                    </a:lnTo>
                    <a:lnTo>
                      <a:pt x="2728" y="9353"/>
                    </a:lnTo>
                    <a:lnTo>
                      <a:pt x="2704" y="9280"/>
                    </a:lnTo>
                    <a:lnTo>
                      <a:pt x="2655" y="9231"/>
                    </a:lnTo>
                    <a:lnTo>
                      <a:pt x="2655" y="9231"/>
                    </a:lnTo>
                    <a:lnTo>
                      <a:pt x="2631" y="9158"/>
                    </a:lnTo>
                    <a:lnTo>
                      <a:pt x="2582" y="9036"/>
                    </a:lnTo>
                    <a:lnTo>
                      <a:pt x="2582" y="8890"/>
                    </a:lnTo>
                    <a:lnTo>
                      <a:pt x="2557" y="8744"/>
                    </a:lnTo>
                    <a:lnTo>
                      <a:pt x="2557" y="8744"/>
                    </a:lnTo>
                    <a:lnTo>
                      <a:pt x="2582" y="8598"/>
                    </a:lnTo>
                    <a:lnTo>
                      <a:pt x="2582" y="8452"/>
                    </a:lnTo>
                    <a:lnTo>
                      <a:pt x="2631" y="8330"/>
                    </a:lnTo>
                    <a:lnTo>
                      <a:pt x="2655" y="8281"/>
                    </a:lnTo>
                    <a:lnTo>
                      <a:pt x="2655" y="8281"/>
                    </a:lnTo>
                    <a:lnTo>
                      <a:pt x="2704" y="8208"/>
                    </a:lnTo>
                    <a:lnTo>
                      <a:pt x="2728" y="8160"/>
                    </a:lnTo>
                    <a:lnTo>
                      <a:pt x="2752" y="7989"/>
                    </a:lnTo>
                    <a:lnTo>
                      <a:pt x="2752" y="7989"/>
                    </a:lnTo>
                    <a:lnTo>
                      <a:pt x="2728" y="7819"/>
                    </a:lnTo>
                    <a:lnTo>
                      <a:pt x="2704" y="7746"/>
                    </a:lnTo>
                    <a:lnTo>
                      <a:pt x="2655" y="7697"/>
                    </a:lnTo>
                    <a:lnTo>
                      <a:pt x="2655" y="7697"/>
                    </a:lnTo>
                    <a:lnTo>
                      <a:pt x="2606" y="7673"/>
                    </a:lnTo>
                    <a:lnTo>
                      <a:pt x="2533" y="7624"/>
                    </a:lnTo>
                    <a:lnTo>
                      <a:pt x="2363" y="7600"/>
                    </a:lnTo>
                    <a:lnTo>
                      <a:pt x="2363" y="7600"/>
                    </a:lnTo>
                    <a:lnTo>
                      <a:pt x="2265" y="7575"/>
                    </a:lnTo>
                    <a:lnTo>
                      <a:pt x="2119" y="7502"/>
                    </a:lnTo>
                    <a:lnTo>
                      <a:pt x="1973" y="7380"/>
                    </a:lnTo>
                    <a:lnTo>
                      <a:pt x="1802" y="7234"/>
                    </a:lnTo>
                    <a:lnTo>
                      <a:pt x="1802" y="7234"/>
                    </a:lnTo>
                    <a:lnTo>
                      <a:pt x="1632" y="7088"/>
                    </a:lnTo>
                    <a:lnTo>
                      <a:pt x="1486" y="6966"/>
                    </a:lnTo>
                    <a:lnTo>
                      <a:pt x="1340" y="6869"/>
                    </a:lnTo>
                    <a:lnTo>
                      <a:pt x="1242" y="6845"/>
                    </a:lnTo>
                    <a:lnTo>
                      <a:pt x="1242" y="6845"/>
                    </a:lnTo>
                    <a:lnTo>
                      <a:pt x="1121" y="6796"/>
                    </a:lnTo>
                    <a:lnTo>
                      <a:pt x="926" y="6674"/>
                    </a:lnTo>
                    <a:lnTo>
                      <a:pt x="706" y="6504"/>
                    </a:lnTo>
                    <a:lnTo>
                      <a:pt x="463" y="6284"/>
                    </a:lnTo>
                    <a:lnTo>
                      <a:pt x="463" y="6284"/>
                    </a:lnTo>
                    <a:lnTo>
                      <a:pt x="171" y="5919"/>
                    </a:lnTo>
                    <a:lnTo>
                      <a:pt x="0" y="5700"/>
                    </a:lnTo>
                    <a:lnTo>
                      <a:pt x="0" y="5700"/>
                    </a:lnTo>
                    <a:lnTo>
                      <a:pt x="0" y="572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1"/>
              <p:cNvSpPr/>
              <p:nvPr/>
            </p:nvSpPr>
            <p:spPr>
              <a:xfrm>
                <a:off x="6128575" y="3695900"/>
                <a:ext cx="86475" cy="47525"/>
              </a:xfrm>
              <a:custGeom>
                <a:rect b="b" l="l" r="r" t="t"/>
                <a:pathLst>
                  <a:path extrusionOk="0" fill="none" h="1901" w="3459">
                    <a:moveTo>
                      <a:pt x="2022" y="1340"/>
                    </a:moveTo>
                    <a:lnTo>
                      <a:pt x="2022" y="1340"/>
                    </a:lnTo>
                    <a:lnTo>
                      <a:pt x="1924" y="1413"/>
                    </a:lnTo>
                    <a:lnTo>
                      <a:pt x="1827" y="1486"/>
                    </a:lnTo>
                    <a:lnTo>
                      <a:pt x="1729" y="1511"/>
                    </a:lnTo>
                    <a:lnTo>
                      <a:pt x="1632" y="1535"/>
                    </a:lnTo>
                    <a:lnTo>
                      <a:pt x="1632" y="1535"/>
                    </a:lnTo>
                    <a:lnTo>
                      <a:pt x="1559" y="1535"/>
                    </a:lnTo>
                    <a:lnTo>
                      <a:pt x="1461" y="1584"/>
                    </a:lnTo>
                    <a:lnTo>
                      <a:pt x="1340" y="1657"/>
                    </a:lnTo>
                    <a:lnTo>
                      <a:pt x="1267" y="1730"/>
                    </a:lnTo>
                    <a:lnTo>
                      <a:pt x="1267" y="1730"/>
                    </a:lnTo>
                    <a:lnTo>
                      <a:pt x="1169" y="1803"/>
                    </a:lnTo>
                    <a:lnTo>
                      <a:pt x="1072" y="1852"/>
                    </a:lnTo>
                    <a:lnTo>
                      <a:pt x="974" y="1900"/>
                    </a:lnTo>
                    <a:lnTo>
                      <a:pt x="877" y="1900"/>
                    </a:lnTo>
                    <a:lnTo>
                      <a:pt x="877" y="1900"/>
                    </a:lnTo>
                    <a:lnTo>
                      <a:pt x="779" y="1900"/>
                    </a:lnTo>
                    <a:lnTo>
                      <a:pt x="682" y="1852"/>
                    </a:lnTo>
                    <a:lnTo>
                      <a:pt x="585" y="1803"/>
                    </a:lnTo>
                    <a:lnTo>
                      <a:pt x="512" y="1730"/>
                    </a:lnTo>
                    <a:lnTo>
                      <a:pt x="512" y="1730"/>
                    </a:lnTo>
                    <a:lnTo>
                      <a:pt x="438" y="1633"/>
                    </a:lnTo>
                    <a:lnTo>
                      <a:pt x="414" y="1535"/>
                    </a:lnTo>
                    <a:lnTo>
                      <a:pt x="438" y="1438"/>
                    </a:lnTo>
                    <a:lnTo>
                      <a:pt x="512" y="1340"/>
                    </a:lnTo>
                    <a:lnTo>
                      <a:pt x="512" y="1340"/>
                    </a:lnTo>
                    <a:lnTo>
                      <a:pt x="585" y="1243"/>
                    </a:lnTo>
                    <a:lnTo>
                      <a:pt x="633" y="1145"/>
                    </a:lnTo>
                    <a:lnTo>
                      <a:pt x="682" y="1048"/>
                    </a:lnTo>
                    <a:lnTo>
                      <a:pt x="682" y="951"/>
                    </a:lnTo>
                    <a:lnTo>
                      <a:pt x="682" y="951"/>
                    </a:lnTo>
                    <a:lnTo>
                      <a:pt x="658" y="804"/>
                    </a:lnTo>
                    <a:lnTo>
                      <a:pt x="633" y="731"/>
                    </a:lnTo>
                    <a:lnTo>
                      <a:pt x="585" y="683"/>
                    </a:lnTo>
                    <a:lnTo>
                      <a:pt x="585" y="683"/>
                    </a:lnTo>
                    <a:lnTo>
                      <a:pt x="536" y="634"/>
                    </a:lnTo>
                    <a:lnTo>
                      <a:pt x="463" y="610"/>
                    </a:lnTo>
                    <a:lnTo>
                      <a:pt x="317" y="585"/>
                    </a:lnTo>
                    <a:lnTo>
                      <a:pt x="317" y="585"/>
                    </a:lnTo>
                    <a:lnTo>
                      <a:pt x="146" y="561"/>
                    </a:lnTo>
                    <a:lnTo>
                      <a:pt x="73" y="512"/>
                    </a:lnTo>
                    <a:lnTo>
                      <a:pt x="24" y="488"/>
                    </a:lnTo>
                    <a:lnTo>
                      <a:pt x="24" y="488"/>
                    </a:lnTo>
                    <a:lnTo>
                      <a:pt x="0" y="439"/>
                    </a:lnTo>
                    <a:lnTo>
                      <a:pt x="24" y="366"/>
                    </a:lnTo>
                    <a:lnTo>
                      <a:pt x="49" y="293"/>
                    </a:lnTo>
                    <a:lnTo>
                      <a:pt x="122" y="196"/>
                    </a:lnTo>
                    <a:lnTo>
                      <a:pt x="122" y="196"/>
                    </a:lnTo>
                    <a:lnTo>
                      <a:pt x="171" y="171"/>
                    </a:lnTo>
                    <a:lnTo>
                      <a:pt x="268" y="123"/>
                    </a:lnTo>
                    <a:lnTo>
                      <a:pt x="512" y="74"/>
                    </a:lnTo>
                    <a:lnTo>
                      <a:pt x="804" y="25"/>
                    </a:lnTo>
                    <a:lnTo>
                      <a:pt x="1145" y="1"/>
                    </a:lnTo>
                    <a:lnTo>
                      <a:pt x="2509" y="1"/>
                    </a:lnTo>
                    <a:lnTo>
                      <a:pt x="2509" y="1"/>
                    </a:lnTo>
                    <a:lnTo>
                      <a:pt x="2850" y="25"/>
                    </a:lnTo>
                    <a:lnTo>
                      <a:pt x="3142" y="49"/>
                    </a:lnTo>
                    <a:lnTo>
                      <a:pt x="3337" y="74"/>
                    </a:lnTo>
                    <a:lnTo>
                      <a:pt x="3434" y="98"/>
                    </a:lnTo>
                    <a:lnTo>
                      <a:pt x="3434" y="98"/>
                    </a:lnTo>
                    <a:lnTo>
                      <a:pt x="3458" y="123"/>
                    </a:lnTo>
                    <a:lnTo>
                      <a:pt x="3434" y="171"/>
                    </a:lnTo>
                    <a:lnTo>
                      <a:pt x="3361" y="317"/>
                    </a:lnTo>
                    <a:lnTo>
                      <a:pt x="3239" y="488"/>
                    </a:lnTo>
                    <a:lnTo>
                      <a:pt x="3069" y="683"/>
                    </a:lnTo>
                    <a:lnTo>
                      <a:pt x="3069" y="683"/>
                    </a:lnTo>
                    <a:lnTo>
                      <a:pt x="2874" y="853"/>
                    </a:lnTo>
                    <a:lnTo>
                      <a:pt x="2679" y="999"/>
                    </a:lnTo>
                    <a:lnTo>
                      <a:pt x="2509" y="1121"/>
                    </a:lnTo>
                    <a:lnTo>
                      <a:pt x="2411" y="1145"/>
                    </a:lnTo>
                    <a:lnTo>
                      <a:pt x="2411" y="1145"/>
                    </a:lnTo>
                    <a:lnTo>
                      <a:pt x="2314" y="1170"/>
                    </a:lnTo>
                    <a:lnTo>
                      <a:pt x="2216" y="1194"/>
                    </a:lnTo>
                    <a:lnTo>
                      <a:pt x="2119" y="1267"/>
                    </a:lnTo>
                    <a:lnTo>
                      <a:pt x="2022" y="1340"/>
                    </a:lnTo>
                    <a:lnTo>
                      <a:pt x="2022" y="134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11"/>
              <p:cNvSpPr/>
              <p:nvPr/>
            </p:nvSpPr>
            <p:spPr>
              <a:xfrm>
                <a:off x="6357500" y="3940075"/>
                <a:ext cx="18900" cy="34725"/>
              </a:xfrm>
              <a:custGeom>
                <a:rect b="b" l="l" r="r" t="t"/>
                <a:pathLst>
                  <a:path extrusionOk="0" fill="none" h="1389" w="756">
                    <a:moveTo>
                      <a:pt x="585" y="682"/>
                    </a:moveTo>
                    <a:lnTo>
                      <a:pt x="585" y="682"/>
                    </a:lnTo>
                    <a:lnTo>
                      <a:pt x="512" y="779"/>
                    </a:lnTo>
                    <a:lnTo>
                      <a:pt x="439" y="877"/>
                    </a:lnTo>
                    <a:lnTo>
                      <a:pt x="390" y="974"/>
                    </a:lnTo>
                    <a:lnTo>
                      <a:pt x="390" y="1072"/>
                    </a:lnTo>
                    <a:lnTo>
                      <a:pt x="390" y="1072"/>
                    </a:lnTo>
                    <a:lnTo>
                      <a:pt x="366" y="1218"/>
                    </a:lnTo>
                    <a:lnTo>
                      <a:pt x="317" y="1291"/>
                    </a:lnTo>
                    <a:lnTo>
                      <a:pt x="293" y="1364"/>
                    </a:lnTo>
                    <a:lnTo>
                      <a:pt x="293" y="1364"/>
                    </a:lnTo>
                    <a:lnTo>
                      <a:pt x="244" y="1388"/>
                    </a:lnTo>
                    <a:lnTo>
                      <a:pt x="195" y="1388"/>
                    </a:lnTo>
                    <a:lnTo>
                      <a:pt x="147" y="1388"/>
                    </a:lnTo>
                    <a:lnTo>
                      <a:pt x="98" y="1364"/>
                    </a:lnTo>
                    <a:lnTo>
                      <a:pt x="98" y="1364"/>
                    </a:lnTo>
                    <a:lnTo>
                      <a:pt x="74" y="1291"/>
                    </a:lnTo>
                    <a:lnTo>
                      <a:pt x="25" y="1169"/>
                    </a:lnTo>
                    <a:lnTo>
                      <a:pt x="25" y="1023"/>
                    </a:lnTo>
                    <a:lnTo>
                      <a:pt x="1" y="877"/>
                    </a:lnTo>
                    <a:lnTo>
                      <a:pt x="1" y="877"/>
                    </a:lnTo>
                    <a:lnTo>
                      <a:pt x="25" y="706"/>
                    </a:lnTo>
                    <a:lnTo>
                      <a:pt x="98" y="536"/>
                    </a:lnTo>
                    <a:lnTo>
                      <a:pt x="171" y="365"/>
                    </a:lnTo>
                    <a:lnTo>
                      <a:pt x="293" y="219"/>
                    </a:lnTo>
                    <a:lnTo>
                      <a:pt x="293" y="219"/>
                    </a:lnTo>
                    <a:lnTo>
                      <a:pt x="415" y="122"/>
                    </a:lnTo>
                    <a:lnTo>
                      <a:pt x="512" y="49"/>
                    </a:lnTo>
                    <a:lnTo>
                      <a:pt x="609" y="0"/>
                    </a:lnTo>
                    <a:lnTo>
                      <a:pt x="682" y="24"/>
                    </a:lnTo>
                    <a:lnTo>
                      <a:pt x="682" y="24"/>
                    </a:lnTo>
                    <a:lnTo>
                      <a:pt x="707" y="73"/>
                    </a:lnTo>
                    <a:lnTo>
                      <a:pt x="731" y="146"/>
                    </a:lnTo>
                    <a:lnTo>
                      <a:pt x="756" y="317"/>
                    </a:lnTo>
                    <a:lnTo>
                      <a:pt x="756" y="317"/>
                    </a:lnTo>
                    <a:lnTo>
                      <a:pt x="756" y="390"/>
                    </a:lnTo>
                    <a:lnTo>
                      <a:pt x="707" y="487"/>
                    </a:lnTo>
                    <a:lnTo>
                      <a:pt x="658" y="609"/>
                    </a:lnTo>
                    <a:lnTo>
                      <a:pt x="585" y="682"/>
                    </a:lnTo>
                    <a:lnTo>
                      <a:pt x="585" y="682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1"/>
              <p:cNvSpPr/>
              <p:nvPr/>
            </p:nvSpPr>
            <p:spPr>
              <a:xfrm>
                <a:off x="6202850" y="3720875"/>
                <a:ext cx="204000" cy="278875"/>
              </a:xfrm>
              <a:custGeom>
                <a:rect b="b" l="l" r="r" t="t"/>
                <a:pathLst>
                  <a:path extrusionOk="0" fill="none" h="11155" w="8160">
                    <a:moveTo>
                      <a:pt x="8159" y="4774"/>
                    </a:moveTo>
                    <a:lnTo>
                      <a:pt x="8159" y="4774"/>
                    </a:lnTo>
                    <a:lnTo>
                      <a:pt x="7599" y="4701"/>
                    </a:lnTo>
                    <a:lnTo>
                      <a:pt x="7283" y="4652"/>
                    </a:lnTo>
                    <a:lnTo>
                      <a:pt x="7136" y="4603"/>
                    </a:lnTo>
                    <a:lnTo>
                      <a:pt x="7136" y="4603"/>
                    </a:lnTo>
                    <a:lnTo>
                      <a:pt x="7088" y="4579"/>
                    </a:lnTo>
                    <a:lnTo>
                      <a:pt x="7015" y="4555"/>
                    </a:lnTo>
                    <a:lnTo>
                      <a:pt x="6844" y="4530"/>
                    </a:lnTo>
                    <a:lnTo>
                      <a:pt x="6844" y="4530"/>
                    </a:lnTo>
                    <a:lnTo>
                      <a:pt x="6747" y="4506"/>
                    </a:lnTo>
                    <a:lnTo>
                      <a:pt x="6649" y="4457"/>
                    </a:lnTo>
                    <a:lnTo>
                      <a:pt x="6552" y="4409"/>
                    </a:lnTo>
                    <a:lnTo>
                      <a:pt x="6454" y="4336"/>
                    </a:lnTo>
                    <a:lnTo>
                      <a:pt x="6454" y="4336"/>
                    </a:lnTo>
                    <a:lnTo>
                      <a:pt x="6381" y="4262"/>
                    </a:lnTo>
                    <a:lnTo>
                      <a:pt x="6308" y="4214"/>
                    </a:lnTo>
                    <a:lnTo>
                      <a:pt x="6235" y="4214"/>
                    </a:lnTo>
                    <a:lnTo>
                      <a:pt x="6187" y="4238"/>
                    </a:lnTo>
                    <a:lnTo>
                      <a:pt x="6187" y="4238"/>
                    </a:lnTo>
                    <a:lnTo>
                      <a:pt x="6162" y="4287"/>
                    </a:lnTo>
                    <a:lnTo>
                      <a:pt x="6162" y="4360"/>
                    </a:lnTo>
                    <a:lnTo>
                      <a:pt x="6211" y="4433"/>
                    </a:lnTo>
                    <a:lnTo>
                      <a:pt x="6284" y="4530"/>
                    </a:lnTo>
                    <a:lnTo>
                      <a:pt x="6284" y="4530"/>
                    </a:lnTo>
                    <a:lnTo>
                      <a:pt x="6357" y="4603"/>
                    </a:lnTo>
                    <a:lnTo>
                      <a:pt x="6454" y="4652"/>
                    </a:lnTo>
                    <a:lnTo>
                      <a:pt x="6576" y="4701"/>
                    </a:lnTo>
                    <a:lnTo>
                      <a:pt x="6649" y="4701"/>
                    </a:lnTo>
                    <a:lnTo>
                      <a:pt x="6649" y="4701"/>
                    </a:lnTo>
                    <a:lnTo>
                      <a:pt x="6747" y="4725"/>
                    </a:lnTo>
                    <a:lnTo>
                      <a:pt x="6844" y="4774"/>
                    </a:lnTo>
                    <a:lnTo>
                      <a:pt x="6942" y="4823"/>
                    </a:lnTo>
                    <a:lnTo>
                      <a:pt x="7039" y="4896"/>
                    </a:lnTo>
                    <a:lnTo>
                      <a:pt x="7039" y="4896"/>
                    </a:lnTo>
                    <a:lnTo>
                      <a:pt x="7063" y="4944"/>
                    </a:lnTo>
                    <a:lnTo>
                      <a:pt x="7088" y="4993"/>
                    </a:lnTo>
                    <a:lnTo>
                      <a:pt x="7063" y="5139"/>
                    </a:lnTo>
                    <a:lnTo>
                      <a:pt x="6966" y="5310"/>
                    </a:lnTo>
                    <a:lnTo>
                      <a:pt x="6844" y="5480"/>
                    </a:lnTo>
                    <a:lnTo>
                      <a:pt x="6844" y="5480"/>
                    </a:lnTo>
                    <a:lnTo>
                      <a:pt x="6674" y="5626"/>
                    </a:lnTo>
                    <a:lnTo>
                      <a:pt x="6528" y="5748"/>
                    </a:lnTo>
                    <a:lnTo>
                      <a:pt x="6381" y="5821"/>
                    </a:lnTo>
                    <a:lnTo>
                      <a:pt x="6284" y="5846"/>
                    </a:lnTo>
                    <a:lnTo>
                      <a:pt x="6284" y="5846"/>
                    </a:lnTo>
                    <a:lnTo>
                      <a:pt x="6113" y="5870"/>
                    </a:lnTo>
                    <a:lnTo>
                      <a:pt x="6040" y="5894"/>
                    </a:lnTo>
                    <a:lnTo>
                      <a:pt x="5992" y="5943"/>
                    </a:lnTo>
                    <a:lnTo>
                      <a:pt x="5992" y="5943"/>
                    </a:lnTo>
                    <a:lnTo>
                      <a:pt x="5943" y="5967"/>
                    </a:lnTo>
                    <a:lnTo>
                      <a:pt x="5894" y="5992"/>
                    </a:lnTo>
                    <a:lnTo>
                      <a:pt x="5846" y="5967"/>
                    </a:lnTo>
                    <a:lnTo>
                      <a:pt x="5797" y="5943"/>
                    </a:lnTo>
                    <a:lnTo>
                      <a:pt x="5797" y="5943"/>
                    </a:lnTo>
                    <a:lnTo>
                      <a:pt x="5773" y="5894"/>
                    </a:lnTo>
                    <a:lnTo>
                      <a:pt x="5724" y="5821"/>
                    </a:lnTo>
                    <a:lnTo>
                      <a:pt x="5699" y="5651"/>
                    </a:lnTo>
                    <a:lnTo>
                      <a:pt x="5699" y="5651"/>
                    </a:lnTo>
                    <a:lnTo>
                      <a:pt x="5675" y="5553"/>
                    </a:lnTo>
                    <a:lnTo>
                      <a:pt x="5602" y="5407"/>
                    </a:lnTo>
                    <a:lnTo>
                      <a:pt x="5480" y="5261"/>
                    </a:lnTo>
                    <a:lnTo>
                      <a:pt x="5334" y="5091"/>
                    </a:lnTo>
                    <a:lnTo>
                      <a:pt x="5334" y="5091"/>
                    </a:lnTo>
                    <a:lnTo>
                      <a:pt x="5188" y="4920"/>
                    </a:lnTo>
                    <a:lnTo>
                      <a:pt x="5066" y="4774"/>
                    </a:lnTo>
                    <a:lnTo>
                      <a:pt x="4969" y="4628"/>
                    </a:lnTo>
                    <a:lnTo>
                      <a:pt x="4944" y="4530"/>
                    </a:lnTo>
                    <a:lnTo>
                      <a:pt x="4944" y="4530"/>
                    </a:lnTo>
                    <a:lnTo>
                      <a:pt x="4944" y="4457"/>
                    </a:lnTo>
                    <a:lnTo>
                      <a:pt x="4920" y="4409"/>
                    </a:lnTo>
                    <a:lnTo>
                      <a:pt x="4896" y="4409"/>
                    </a:lnTo>
                    <a:lnTo>
                      <a:pt x="4847" y="4433"/>
                    </a:lnTo>
                    <a:lnTo>
                      <a:pt x="4847" y="4433"/>
                    </a:lnTo>
                    <a:lnTo>
                      <a:pt x="4823" y="4482"/>
                    </a:lnTo>
                    <a:lnTo>
                      <a:pt x="4774" y="4555"/>
                    </a:lnTo>
                    <a:lnTo>
                      <a:pt x="4750" y="4701"/>
                    </a:lnTo>
                    <a:lnTo>
                      <a:pt x="4750" y="4701"/>
                    </a:lnTo>
                    <a:lnTo>
                      <a:pt x="4774" y="4798"/>
                    </a:lnTo>
                    <a:lnTo>
                      <a:pt x="4847" y="4920"/>
                    </a:lnTo>
                    <a:lnTo>
                      <a:pt x="4920" y="5066"/>
                    </a:lnTo>
                    <a:lnTo>
                      <a:pt x="5042" y="5188"/>
                    </a:lnTo>
                    <a:lnTo>
                      <a:pt x="5042" y="5188"/>
                    </a:lnTo>
                    <a:lnTo>
                      <a:pt x="5139" y="5310"/>
                    </a:lnTo>
                    <a:lnTo>
                      <a:pt x="5237" y="5431"/>
                    </a:lnTo>
                    <a:lnTo>
                      <a:pt x="5310" y="5553"/>
                    </a:lnTo>
                    <a:lnTo>
                      <a:pt x="5334" y="5651"/>
                    </a:lnTo>
                    <a:lnTo>
                      <a:pt x="5334" y="5651"/>
                    </a:lnTo>
                    <a:lnTo>
                      <a:pt x="5334" y="5748"/>
                    </a:lnTo>
                    <a:lnTo>
                      <a:pt x="5383" y="5846"/>
                    </a:lnTo>
                    <a:lnTo>
                      <a:pt x="5432" y="5943"/>
                    </a:lnTo>
                    <a:lnTo>
                      <a:pt x="5505" y="6040"/>
                    </a:lnTo>
                    <a:lnTo>
                      <a:pt x="5505" y="6040"/>
                    </a:lnTo>
                    <a:lnTo>
                      <a:pt x="5626" y="6113"/>
                    </a:lnTo>
                    <a:lnTo>
                      <a:pt x="5773" y="6162"/>
                    </a:lnTo>
                    <a:lnTo>
                      <a:pt x="5919" y="6211"/>
                    </a:lnTo>
                    <a:lnTo>
                      <a:pt x="6089" y="6235"/>
                    </a:lnTo>
                    <a:lnTo>
                      <a:pt x="6089" y="6235"/>
                    </a:lnTo>
                    <a:lnTo>
                      <a:pt x="6235" y="6235"/>
                    </a:lnTo>
                    <a:lnTo>
                      <a:pt x="6357" y="6284"/>
                    </a:lnTo>
                    <a:lnTo>
                      <a:pt x="6430" y="6333"/>
                    </a:lnTo>
                    <a:lnTo>
                      <a:pt x="6454" y="6381"/>
                    </a:lnTo>
                    <a:lnTo>
                      <a:pt x="6454" y="6430"/>
                    </a:lnTo>
                    <a:lnTo>
                      <a:pt x="6454" y="6430"/>
                    </a:lnTo>
                    <a:lnTo>
                      <a:pt x="6430" y="6527"/>
                    </a:lnTo>
                    <a:lnTo>
                      <a:pt x="6308" y="6722"/>
                    </a:lnTo>
                    <a:lnTo>
                      <a:pt x="6113" y="6941"/>
                    </a:lnTo>
                    <a:lnTo>
                      <a:pt x="5894" y="7185"/>
                    </a:lnTo>
                    <a:lnTo>
                      <a:pt x="5894" y="7185"/>
                    </a:lnTo>
                    <a:lnTo>
                      <a:pt x="5675" y="7429"/>
                    </a:lnTo>
                    <a:lnTo>
                      <a:pt x="5505" y="7696"/>
                    </a:lnTo>
                    <a:lnTo>
                      <a:pt x="5358" y="7940"/>
                    </a:lnTo>
                    <a:lnTo>
                      <a:pt x="5334" y="8037"/>
                    </a:lnTo>
                    <a:lnTo>
                      <a:pt x="5334" y="8135"/>
                    </a:lnTo>
                    <a:lnTo>
                      <a:pt x="5334" y="8135"/>
                    </a:lnTo>
                    <a:lnTo>
                      <a:pt x="5334" y="8281"/>
                    </a:lnTo>
                    <a:lnTo>
                      <a:pt x="5358" y="8427"/>
                    </a:lnTo>
                    <a:lnTo>
                      <a:pt x="5383" y="8525"/>
                    </a:lnTo>
                    <a:lnTo>
                      <a:pt x="5432" y="8598"/>
                    </a:lnTo>
                    <a:lnTo>
                      <a:pt x="5432" y="8598"/>
                    </a:lnTo>
                    <a:lnTo>
                      <a:pt x="5456" y="8646"/>
                    </a:lnTo>
                    <a:lnTo>
                      <a:pt x="5480" y="8719"/>
                    </a:lnTo>
                    <a:lnTo>
                      <a:pt x="5505" y="8890"/>
                    </a:lnTo>
                    <a:lnTo>
                      <a:pt x="5505" y="8890"/>
                    </a:lnTo>
                    <a:lnTo>
                      <a:pt x="5480" y="8987"/>
                    </a:lnTo>
                    <a:lnTo>
                      <a:pt x="5383" y="9158"/>
                    </a:lnTo>
                    <a:lnTo>
                      <a:pt x="5237" y="9353"/>
                    </a:lnTo>
                    <a:lnTo>
                      <a:pt x="5042" y="9547"/>
                    </a:lnTo>
                    <a:lnTo>
                      <a:pt x="5042" y="9547"/>
                    </a:lnTo>
                    <a:lnTo>
                      <a:pt x="4847" y="9742"/>
                    </a:lnTo>
                    <a:lnTo>
                      <a:pt x="4701" y="9937"/>
                    </a:lnTo>
                    <a:lnTo>
                      <a:pt x="4603" y="10108"/>
                    </a:lnTo>
                    <a:lnTo>
                      <a:pt x="4555" y="10205"/>
                    </a:lnTo>
                    <a:lnTo>
                      <a:pt x="4555" y="10205"/>
                    </a:lnTo>
                    <a:lnTo>
                      <a:pt x="4530" y="10327"/>
                    </a:lnTo>
                    <a:lnTo>
                      <a:pt x="4457" y="10473"/>
                    </a:lnTo>
                    <a:lnTo>
                      <a:pt x="4336" y="10619"/>
                    </a:lnTo>
                    <a:lnTo>
                      <a:pt x="4189" y="10790"/>
                    </a:lnTo>
                    <a:lnTo>
                      <a:pt x="4189" y="10790"/>
                    </a:lnTo>
                    <a:lnTo>
                      <a:pt x="4019" y="10936"/>
                    </a:lnTo>
                    <a:lnTo>
                      <a:pt x="3873" y="11057"/>
                    </a:lnTo>
                    <a:lnTo>
                      <a:pt x="3727" y="11131"/>
                    </a:lnTo>
                    <a:lnTo>
                      <a:pt x="3605" y="11155"/>
                    </a:lnTo>
                    <a:lnTo>
                      <a:pt x="3605" y="11155"/>
                    </a:lnTo>
                    <a:lnTo>
                      <a:pt x="3532" y="11155"/>
                    </a:lnTo>
                    <a:lnTo>
                      <a:pt x="3434" y="11106"/>
                    </a:lnTo>
                    <a:lnTo>
                      <a:pt x="3337" y="11057"/>
                    </a:lnTo>
                    <a:lnTo>
                      <a:pt x="3240" y="10984"/>
                    </a:lnTo>
                    <a:lnTo>
                      <a:pt x="3240" y="10984"/>
                    </a:lnTo>
                    <a:lnTo>
                      <a:pt x="3167" y="10887"/>
                    </a:lnTo>
                    <a:lnTo>
                      <a:pt x="3093" y="10790"/>
                    </a:lnTo>
                    <a:lnTo>
                      <a:pt x="3069" y="10692"/>
                    </a:lnTo>
                    <a:lnTo>
                      <a:pt x="3045" y="10595"/>
                    </a:lnTo>
                    <a:lnTo>
                      <a:pt x="3045" y="10595"/>
                    </a:lnTo>
                    <a:lnTo>
                      <a:pt x="3020" y="10424"/>
                    </a:lnTo>
                    <a:lnTo>
                      <a:pt x="2996" y="10351"/>
                    </a:lnTo>
                    <a:lnTo>
                      <a:pt x="2947" y="10302"/>
                    </a:lnTo>
                    <a:lnTo>
                      <a:pt x="2947" y="10302"/>
                    </a:lnTo>
                    <a:lnTo>
                      <a:pt x="2923" y="10254"/>
                    </a:lnTo>
                    <a:lnTo>
                      <a:pt x="2874" y="10181"/>
                    </a:lnTo>
                    <a:lnTo>
                      <a:pt x="2850" y="10035"/>
                    </a:lnTo>
                    <a:lnTo>
                      <a:pt x="2850" y="10035"/>
                    </a:lnTo>
                    <a:lnTo>
                      <a:pt x="2826" y="9864"/>
                    </a:lnTo>
                    <a:lnTo>
                      <a:pt x="2801" y="9791"/>
                    </a:lnTo>
                    <a:lnTo>
                      <a:pt x="2752" y="9742"/>
                    </a:lnTo>
                    <a:lnTo>
                      <a:pt x="2752" y="9742"/>
                    </a:lnTo>
                    <a:lnTo>
                      <a:pt x="2728" y="9669"/>
                    </a:lnTo>
                    <a:lnTo>
                      <a:pt x="2704" y="9572"/>
                    </a:lnTo>
                    <a:lnTo>
                      <a:pt x="2679" y="9426"/>
                    </a:lnTo>
                    <a:lnTo>
                      <a:pt x="2655" y="9255"/>
                    </a:lnTo>
                    <a:lnTo>
                      <a:pt x="2655" y="9255"/>
                    </a:lnTo>
                    <a:lnTo>
                      <a:pt x="2679" y="9109"/>
                    </a:lnTo>
                    <a:lnTo>
                      <a:pt x="2704" y="8963"/>
                    </a:lnTo>
                    <a:lnTo>
                      <a:pt x="2728" y="8866"/>
                    </a:lnTo>
                    <a:lnTo>
                      <a:pt x="2752" y="8792"/>
                    </a:lnTo>
                    <a:lnTo>
                      <a:pt x="2752" y="8792"/>
                    </a:lnTo>
                    <a:lnTo>
                      <a:pt x="2801" y="8744"/>
                    </a:lnTo>
                    <a:lnTo>
                      <a:pt x="2826" y="8671"/>
                    </a:lnTo>
                    <a:lnTo>
                      <a:pt x="2850" y="8500"/>
                    </a:lnTo>
                    <a:lnTo>
                      <a:pt x="2850" y="8500"/>
                    </a:lnTo>
                    <a:lnTo>
                      <a:pt x="2826" y="8403"/>
                    </a:lnTo>
                    <a:lnTo>
                      <a:pt x="2777" y="8281"/>
                    </a:lnTo>
                    <a:lnTo>
                      <a:pt x="2679" y="8159"/>
                    </a:lnTo>
                    <a:lnTo>
                      <a:pt x="2582" y="8037"/>
                    </a:lnTo>
                    <a:lnTo>
                      <a:pt x="2582" y="8037"/>
                    </a:lnTo>
                    <a:lnTo>
                      <a:pt x="2460" y="7891"/>
                    </a:lnTo>
                    <a:lnTo>
                      <a:pt x="2363" y="7721"/>
                    </a:lnTo>
                    <a:lnTo>
                      <a:pt x="2314" y="7526"/>
                    </a:lnTo>
                    <a:lnTo>
                      <a:pt x="2290" y="7356"/>
                    </a:lnTo>
                    <a:lnTo>
                      <a:pt x="2290" y="7356"/>
                    </a:lnTo>
                    <a:lnTo>
                      <a:pt x="2290" y="7209"/>
                    </a:lnTo>
                    <a:lnTo>
                      <a:pt x="2265" y="7063"/>
                    </a:lnTo>
                    <a:lnTo>
                      <a:pt x="2217" y="6966"/>
                    </a:lnTo>
                    <a:lnTo>
                      <a:pt x="2192" y="6893"/>
                    </a:lnTo>
                    <a:lnTo>
                      <a:pt x="2192" y="6893"/>
                    </a:lnTo>
                    <a:lnTo>
                      <a:pt x="2144" y="6844"/>
                    </a:lnTo>
                    <a:lnTo>
                      <a:pt x="2071" y="6820"/>
                    </a:lnTo>
                    <a:lnTo>
                      <a:pt x="1900" y="6795"/>
                    </a:lnTo>
                    <a:lnTo>
                      <a:pt x="1900" y="6795"/>
                    </a:lnTo>
                    <a:lnTo>
                      <a:pt x="1754" y="6820"/>
                    </a:lnTo>
                    <a:lnTo>
                      <a:pt x="1681" y="6844"/>
                    </a:lnTo>
                    <a:lnTo>
                      <a:pt x="1632" y="6893"/>
                    </a:lnTo>
                    <a:lnTo>
                      <a:pt x="1632" y="6893"/>
                    </a:lnTo>
                    <a:lnTo>
                      <a:pt x="1559" y="6941"/>
                    </a:lnTo>
                    <a:lnTo>
                      <a:pt x="1437" y="6966"/>
                    </a:lnTo>
                    <a:lnTo>
                      <a:pt x="1291" y="6990"/>
                    </a:lnTo>
                    <a:lnTo>
                      <a:pt x="1145" y="6990"/>
                    </a:lnTo>
                    <a:lnTo>
                      <a:pt x="1145" y="6990"/>
                    </a:lnTo>
                    <a:lnTo>
                      <a:pt x="975" y="6966"/>
                    </a:lnTo>
                    <a:lnTo>
                      <a:pt x="780" y="6868"/>
                    </a:lnTo>
                    <a:lnTo>
                      <a:pt x="561" y="6747"/>
                    </a:lnTo>
                    <a:lnTo>
                      <a:pt x="390" y="6601"/>
                    </a:lnTo>
                    <a:lnTo>
                      <a:pt x="390" y="6601"/>
                    </a:lnTo>
                    <a:lnTo>
                      <a:pt x="317" y="6527"/>
                    </a:lnTo>
                    <a:lnTo>
                      <a:pt x="244" y="6406"/>
                    </a:lnTo>
                    <a:lnTo>
                      <a:pt x="122" y="6113"/>
                    </a:lnTo>
                    <a:lnTo>
                      <a:pt x="49" y="5797"/>
                    </a:lnTo>
                    <a:lnTo>
                      <a:pt x="0" y="5480"/>
                    </a:lnTo>
                    <a:lnTo>
                      <a:pt x="0" y="5480"/>
                    </a:lnTo>
                    <a:lnTo>
                      <a:pt x="25" y="5310"/>
                    </a:lnTo>
                    <a:lnTo>
                      <a:pt x="49" y="5139"/>
                    </a:lnTo>
                    <a:lnTo>
                      <a:pt x="147" y="4798"/>
                    </a:lnTo>
                    <a:lnTo>
                      <a:pt x="220" y="4628"/>
                    </a:lnTo>
                    <a:lnTo>
                      <a:pt x="293" y="4482"/>
                    </a:lnTo>
                    <a:lnTo>
                      <a:pt x="390" y="4336"/>
                    </a:lnTo>
                    <a:lnTo>
                      <a:pt x="487" y="4238"/>
                    </a:lnTo>
                    <a:lnTo>
                      <a:pt x="487" y="4238"/>
                    </a:lnTo>
                    <a:lnTo>
                      <a:pt x="682" y="4043"/>
                    </a:lnTo>
                    <a:lnTo>
                      <a:pt x="877" y="3897"/>
                    </a:lnTo>
                    <a:lnTo>
                      <a:pt x="1048" y="3800"/>
                    </a:lnTo>
                    <a:lnTo>
                      <a:pt x="1145" y="3751"/>
                    </a:lnTo>
                    <a:lnTo>
                      <a:pt x="1145" y="3751"/>
                    </a:lnTo>
                    <a:lnTo>
                      <a:pt x="1316" y="3727"/>
                    </a:lnTo>
                    <a:lnTo>
                      <a:pt x="1389" y="3702"/>
                    </a:lnTo>
                    <a:lnTo>
                      <a:pt x="1437" y="3654"/>
                    </a:lnTo>
                    <a:lnTo>
                      <a:pt x="1437" y="3654"/>
                    </a:lnTo>
                    <a:lnTo>
                      <a:pt x="1510" y="3629"/>
                    </a:lnTo>
                    <a:lnTo>
                      <a:pt x="1608" y="3605"/>
                    </a:lnTo>
                    <a:lnTo>
                      <a:pt x="1754" y="3581"/>
                    </a:lnTo>
                    <a:lnTo>
                      <a:pt x="1900" y="3581"/>
                    </a:lnTo>
                    <a:lnTo>
                      <a:pt x="1900" y="3581"/>
                    </a:lnTo>
                    <a:lnTo>
                      <a:pt x="2071" y="3581"/>
                    </a:lnTo>
                    <a:lnTo>
                      <a:pt x="2241" y="3629"/>
                    </a:lnTo>
                    <a:lnTo>
                      <a:pt x="2363" y="3678"/>
                    </a:lnTo>
                    <a:lnTo>
                      <a:pt x="2485" y="3751"/>
                    </a:lnTo>
                    <a:lnTo>
                      <a:pt x="2485" y="3751"/>
                    </a:lnTo>
                    <a:lnTo>
                      <a:pt x="2558" y="3824"/>
                    </a:lnTo>
                    <a:lnTo>
                      <a:pt x="2655" y="3897"/>
                    </a:lnTo>
                    <a:lnTo>
                      <a:pt x="2777" y="3946"/>
                    </a:lnTo>
                    <a:lnTo>
                      <a:pt x="2850" y="3946"/>
                    </a:lnTo>
                    <a:lnTo>
                      <a:pt x="2850" y="3946"/>
                    </a:lnTo>
                    <a:lnTo>
                      <a:pt x="3020" y="3970"/>
                    </a:lnTo>
                    <a:lnTo>
                      <a:pt x="3093" y="4019"/>
                    </a:lnTo>
                    <a:lnTo>
                      <a:pt x="3142" y="4043"/>
                    </a:lnTo>
                    <a:lnTo>
                      <a:pt x="3142" y="4043"/>
                    </a:lnTo>
                    <a:lnTo>
                      <a:pt x="3191" y="4068"/>
                    </a:lnTo>
                    <a:lnTo>
                      <a:pt x="3240" y="4092"/>
                    </a:lnTo>
                    <a:lnTo>
                      <a:pt x="3288" y="4068"/>
                    </a:lnTo>
                    <a:lnTo>
                      <a:pt x="3337" y="4043"/>
                    </a:lnTo>
                    <a:lnTo>
                      <a:pt x="3337" y="4043"/>
                    </a:lnTo>
                    <a:lnTo>
                      <a:pt x="3386" y="4019"/>
                    </a:lnTo>
                    <a:lnTo>
                      <a:pt x="3459" y="3970"/>
                    </a:lnTo>
                    <a:lnTo>
                      <a:pt x="3605" y="3946"/>
                    </a:lnTo>
                    <a:lnTo>
                      <a:pt x="3605" y="3946"/>
                    </a:lnTo>
                    <a:lnTo>
                      <a:pt x="3775" y="3970"/>
                    </a:lnTo>
                    <a:lnTo>
                      <a:pt x="3848" y="4019"/>
                    </a:lnTo>
                    <a:lnTo>
                      <a:pt x="3897" y="4043"/>
                    </a:lnTo>
                    <a:lnTo>
                      <a:pt x="3897" y="4043"/>
                    </a:lnTo>
                    <a:lnTo>
                      <a:pt x="3970" y="4092"/>
                    </a:lnTo>
                    <a:lnTo>
                      <a:pt x="4068" y="4116"/>
                    </a:lnTo>
                    <a:lnTo>
                      <a:pt x="4214" y="4141"/>
                    </a:lnTo>
                    <a:lnTo>
                      <a:pt x="4384" y="4141"/>
                    </a:lnTo>
                    <a:lnTo>
                      <a:pt x="4384" y="4141"/>
                    </a:lnTo>
                    <a:lnTo>
                      <a:pt x="4530" y="4141"/>
                    </a:lnTo>
                    <a:lnTo>
                      <a:pt x="4677" y="4116"/>
                    </a:lnTo>
                    <a:lnTo>
                      <a:pt x="4774" y="4092"/>
                    </a:lnTo>
                    <a:lnTo>
                      <a:pt x="4847" y="4043"/>
                    </a:lnTo>
                    <a:lnTo>
                      <a:pt x="4847" y="4043"/>
                    </a:lnTo>
                    <a:lnTo>
                      <a:pt x="4896" y="3995"/>
                    </a:lnTo>
                    <a:lnTo>
                      <a:pt x="4920" y="3921"/>
                    </a:lnTo>
                    <a:lnTo>
                      <a:pt x="4944" y="3751"/>
                    </a:lnTo>
                    <a:lnTo>
                      <a:pt x="4944" y="3751"/>
                    </a:lnTo>
                    <a:lnTo>
                      <a:pt x="4944" y="3727"/>
                    </a:lnTo>
                    <a:lnTo>
                      <a:pt x="4920" y="3678"/>
                    </a:lnTo>
                    <a:lnTo>
                      <a:pt x="4823" y="3629"/>
                    </a:lnTo>
                    <a:lnTo>
                      <a:pt x="4701" y="3581"/>
                    </a:lnTo>
                    <a:lnTo>
                      <a:pt x="4555" y="3581"/>
                    </a:lnTo>
                    <a:lnTo>
                      <a:pt x="4555" y="3581"/>
                    </a:lnTo>
                    <a:lnTo>
                      <a:pt x="4409" y="3556"/>
                    </a:lnTo>
                    <a:lnTo>
                      <a:pt x="4238" y="3507"/>
                    </a:lnTo>
                    <a:lnTo>
                      <a:pt x="4092" y="3459"/>
                    </a:lnTo>
                    <a:lnTo>
                      <a:pt x="3995" y="3386"/>
                    </a:lnTo>
                    <a:lnTo>
                      <a:pt x="3995" y="3386"/>
                    </a:lnTo>
                    <a:lnTo>
                      <a:pt x="3897" y="3313"/>
                    </a:lnTo>
                    <a:lnTo>
                      <a:pt x="3800" y="3240"/>
                    </a:lnTo>
                    <a:lnTo>
                      <a:pt x="3702" y="3215"/>
                    </a:lnTo>
                    <a:lnTo>
                      <a:pt x="3605" y="3191"/>
                    </a:lnTo>
                    <a:lnTo>
                      <a:pt x="3605" y="3191"/>
                    </a:lnTo>
                    <a:lnTo>
                      <a:pt x="3532" y="3166"/>
                    </a:lnTo>
                    <a:lnTo>
                      <a:pt x="3434" y="3142"/>
                    </a:lnTo>
                    <a:lnTo>
                      <a:pt x="3337" y="3069"/>
                    </a:lnTo>
                    <a:lnTo>
                      <a:pt x="3240" y="2996"/>
                    </a:lnTo>
                    <a:lnTo>
                      <a:pt x="3240" y="2996"/>
                    </a:lnTo>
                    <a:lnTo>
                      <a:pt x="3167" y="2923"/>
                    </a:lnTo>
                    <a:lnTo>
                      <a:pt x="3069" y="2899"/>
                    </a:lnTo>
                    <a:lnTo>
                      <a:pt x="2996" y="2874"/>
                    </a:lnTo>
                    <a:lnTo>
                      <a:pt x="2947" y="2899"/>
                    </a:lnTo>
                    <a:lnTo>
                      <a:pt x="2947" y="2899"/>
                    </a:lnTo>
                    <a:lnTo>
                      <a:pt x="2899" y="2923"/>
                    </a:lnTo>
                    <a:lnTo>
                      <a:pt x="2826" y="2923"/>
                    </a:lnTo>
                    <a:lnTo>
                      <a:pt x="2752" y="2874"/>
                    </a:lnTo>
                    <a:lnTo>
                      <a:pt x="2655" y="2801"/>
                    </a:lnTo>
                    <a:lnTo>
                      <a:pt x="2655" y="2801"/>
                    </a:lnTo>
                    <a:lnTo>
                      <a:pt x="2582" y="2752"/>
                    </a:lnTo>
                    <a:lnTo>
                      <a:pt x="2509" y="2704"/>
                    </a:lnTo>
                    <a:lnTo>
                      <a:pt x="2436" y="2704"/>
                    </a:lnTo>
                    <a:lnTo>
                      <a:pt x="2387" y="2704"/>
                    </a:lnTo>
                    <a:lnTo>
                      <a:pt x="2387" y="2704"/>
                    </a:lnTo>
                    <a:lnTo>
                      <a:pt x="2338" y="2752"/>
                    </a:lnTo>
                    <a:lnTo>
                      <a:pt x="2265" y="2777"/>
                    </a:lnTo>
                    <a:lnTo>
                      <a:pt x="2095" y="2801"/>
                    </a:lnTo>
                    <a:lnTo>
                      <a:pt x="2095" y="2801"/>
                    </a:lnTo>
                    <a:lnTo>
                      <a:pt x="1997" y="2850"/>
                    </a:lnTo>
                    <a:lnTo>
                      <a:pt x="1851" y="2923"/>
                    </a:lnTo>
                    <a:lnTo>
                      <a:pt x="1681" y="3045"/>
                    </a:lnTo>
                    <a:lnTo>
                      <a:pt x="1535" y="3191"/>
                    </a:lnTo>
                    <a:lnTo>
                      <a:pt x="1535" y="3191"/>
                    </a:lnTo>
                    <a:lnTo>
                      <a:pt x="1364" y="3337"/>
                    </a:lnTo>
                    <a:lnTo>
                      <a:pt x="1194" y="3459"/>
                    </a:lnTo>
                    <a:lnTo>
                      <a:pt x="1072" y="3532"/>
                    </a:lnTo>
                    <a:lnTo>
                      <a:pt x="950" y="3581"/>
                    </a:lnTo>
                    <a:lnTo>
                      <a:pt x="950" y="3581"/>
                    </a:lnTo>
                    <a:lnTo>
                      <a:pt x="804" y="3532"/>
                    </a:lnTo>
                    <a:lnTo>
                      <a:pt x="731" y="3507"/>
                    </a:lnTo>
                    <a:lnTo>
                      <a:pt x="682" y="3483"/>
                    </a:lnTo>
                    <a:lnTo>
                      <a:pt x="682" y="3483"/>
                    </a:lnTo>
                    <a:lnTo>
                      <a:pt x="634" y="3434"/>
                    </a:lnTo>
                    <a:lnTo>
                      <a:pt x="609" y="3361"/>
                    </a:lnTo>
                    <a:lnTo>
                      <a:pt x="585" y="3191"/>
                    </a:lnTo>
                    <a:lnTo>
                      <a:pt x="585" y="3191"/>
                    </a:lnTo>
                    <a:lnTo>
                      <a:pt x="609" y="3020"/>
                    </a:lnTo>
                    <a:lnTo>
                      <a:pt x="634" y="2947"/>
                    </a:lnTo>
                    <a:lnTo>
                      <a:pt x="682" y="2899"/>
                    </a:lnTo>
                    <a:lnTo>
                      <a:pt x="682" y="2899"/>
                    </a:lnTo>
                    <a:lnTo>
                      <a:pt x="731" y="2874"/>
                    </a:lnTo>
                    <a:lnTo>
                      <a:pt x="853" y="2850"/>
                    </a:lnTo>
                    <a:lnTo>
                      <a:pt x="999" y="2826"/>
                    </a:lnTo>
                    <a:lnTo>
                      <a:pt x="1145" y="2801"/>
                    </a:lnTo>
                    <a:lnTo>
                      <a:pt x="1145" y="2801"/>
                    </a:lnTo>
                    <a:lnTo>
                      <a:pt x="1291" y="2801"/>
                    </a:lnTo>
                    <a:lnTo>
                      <a:pt x="1413" y="2752"/>
                    </a:lnTo>
                    <a:lnTo>
                      <a:pt x="1486" y="2704"/>
                    </a:lnTo>
                    <a:lnTo>
                      <a:pt x="1510" y="2655"/>
                    </a:lnTo>
                    <a:lnTo>
                      <a:pt x="1535" y="2631"/>
                    </a:lnTo>
                    <a:lnTo>
                      <a:pt x="1535" y="2631"/>
                    </a:lnTo>
                    <a:lnTo>
                      <a:pt x="1486" y="2460"/>
                    </a:lnTo>
                    <a:lnTo>
                      <a:pt x="1462" y="2387"/>
                    </a:lnTo>
                    <a:lnTo>
                      <a:pt x="1437" y="2338"/>
                    </a:lnTo>
                    <a:lnTo>
                      <a:pt x="1437" y="2338"/>
                    </a:lnTo>
                    <a:lnTo>
                      <a:pt x="1389" y="2290"/>
                    </a:lnTo>
                    <a:lnTo>
                      <a:pt x="1389" y="2241"/>
                    </a:lnTo>
                    <a:lnTo>
                      <a:pt x="1389" y="2192"/>
                    </a:lnTo>
                    <a:lnTo>
                      <a:pt x="1437" y="2144"/>
                    </a:lnTo>
                    <a:lnTo>
                      <a:pt x="1437" y="2144"/>
                    </a:lnTo>
                    <a:lnTo>
                      <a:pt x="1486" y="2119"/>
                    </a:lnTo>
                    <a:lnTo>
                      <a:pt x="1559" y="2070"/>
                    </a:lnTo>
                    <a:lnTo>
                      <a:pt x="1705" y="2046"/>
                    </a:lnTo>
                    <a:lnTo>
                      <a:pt x="1705" y="2046"/>
                    </a:lnTo>
                    <a:lnTo>
                      <a:pt x="1803" y="2046"/>
                    </a:lnTo>
                    <a:lnTo>
                      <a:pt x="1900" y="1997"/>
                    </a:lnTo>
                    <a:lnTo>
                      <a:pt x="1997" y="1924"/>
                    </a:lnTo>
                    <a:lnTo>
                      <a:pt x="2095" y="1851"/>
                    </a:lnTo>
                    <a:lnTo>
                      <a:pt x="2095" y="1851"/>
                    </a:lnTo>
                    <a:lnTo>
                      <a:pt x="2168" y="1778"/>
                    </a:lnTo>
                    <a:lnTo>
                      <a:pt x="2241" y="1681"/>
                    </a:lnTo>
                    <a:lnTo>
                      <a:pt x="2265" y="1559"/>
                    </a:lnTo>
                    <a:lnTo>
                      <a:pt x="2290" y="1486"/>
                    </a:lnTo>
                    <a:lnTo>
                      <a:pt x="2290" y="1486"/>
                    </a:lnTo>
                    <a:lnTo>
                      <a:pt x="2265" y="1315"/>
                    </a:lnTo>
                    <a:lnTo>
                      <a:pt x="2217" y="1242"/>
                    </a:lnTo>
                    <a:lnTo>
                      <a:pt x="2192" y="1194"/>
                    </a:lnTo>
                    <a:lnTo>
                      <a:pt x="2192" y="1194"/>
                    </a:lnTo>
                    <a:lnTo>
                      <a:pt x="2192" y="1169"/>
                    </a:lnTo>
                    <a:lnTo>
                      <a:pt x="2192" y="1121"/>
                    </a:lnTo>
                    <a:lnTo>
                      <a:pt x="2265" y="999"/>
                    </a:lnTo>
                    <a:lnTo>
                      <a:pt x="2387" y="828"/>
                    </a:lnTo>
                    <a:lnTo>
                      <a:pt x="2582" y="634"/>
                    </a:lnTo>
                    <a:lnTo>
                      <a:pt x="2582" y="634"/>
                    </a:lnTo>
                    <a:lnTo>
                      <a:pt x="2679" y="536"/>
                    </a:lnTo>
                    <a:lnTo>
                      <a:pt x="2826" y="439"/>
                    </a:lnTo>
                    <a:lnTo>
                      <a:pt x="2972" y="366"/>
                    </a:lnTo>
                    <a:lnTo>
                      <a:pt x="3142" y="293"/>
                    </a:lnTo>
                    <a:lnTo>
                      <a:pt x="3483" y="195"/>
                    </a:lnTo>
                    <a:lnTo>
                      <a:pt x="3654" y="171"/>
                    </a:lnTo>
                    <a:lnTo>
                      <a:pt x="3800" y="146"/>
                    </a:lnTo>
                    <a:lnTo>
                      <a:pt x="3800" y="146"/>
                    </a:lnTo>
                    <a:lnTo>
                      <a:pt x="4116" y="171"/>
                    </a:lnTo>
                    <a:lnTo>
                      <a:pt x="4360" y="171"/>
                    </a:lnTo>
                    <a:lnTo>
                      <a:pt x="4555" y="220"/>
                    </a:lnTo>
                    <a:lnTo>
                      <a:pt x="4652" y="244"/>
                    </a:lnTo>
                    <a:lnTo>
                      <a:pt x="4652" y="244"/>
                    </a:lnTo>
                    <a:lnTo>
                      <a:pt x="4701" y="268"/>
                    </a:lnTo>
                    <a:lnTo>
                      <a:pt x="4750" y="293"/>
                    </a:lnTo>
                    <a:lnTo>
                      <a:pt x="4798" y="268"/>
                    </a:lnTo>
                    <a:lnTo>
                      <a:pt x="4847" y="244"/>
                    </a:lnTo>
                    <a:lnTo>
                      <a:pt x="4847" y="244"/>
                    </a:lnTo>
                    <a:lnTo>
                      <a:pt x="5018" y="195"/>
                    </a:lnTo>
                    <a:lnTo>
                      <a:pt x="5407" y="122"/>
                    </a:lnTo>
                    <a:lnTo>
                      <a:pt x="5821" y="25"/>
                    </a:lnTo>
                    <a:lnTo>
                      <a:pt x="6138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3" name="Google Shape;333;p11"/>
            <p:cNvGrpSpPr/>
            <p:nvPr/>
          </p:nvGrpSpPr>
          <p:grpSpPr>
            <a:xfrm rot="-1150372">
              <a:off x="9034375" y="1570689"/>
              <a:ext cx="754925" cy="714869"/>
              <a:chOff x="5973900" y="318475"/>
              <a:chExt cx="401900" cy="380575"/>
            </a:xfrm>
          </p:grpSpPr>
          <p:sp>
            <p:nvSpPr>
              <p:cNvPr id="334" name="Google Shape;334;p11"/>
              <p:cNvSpPr/>
              <p:nvPr/>
            </p:nvSpPr>
            <p:spPr>
              <a:xfrm>
                <a:off x="5973900" y="337975"/>
                <a:ext cx="401900" cy="67000"/>
              </a:xfrm>
              <a:custGeom>
                <a:rect b="b" l="l" r="r" t="t"/>
                <a:pathLst>
                  <a:path extrusionOk="0" fill="none" h="2680" w="16076">
                    <a:moveTo>
                      <a:pt x="16075" y="2679"/>
                    </a:moveTo>
                    <a:lnTo>
                      <a:pt x="16075" y="0"/>
                    </a:lnTo>
                    <a:lnTo>
                      <a:pt x="1" y="0"/>
                    </a:lnTo>
                    <a:lnTo>
                      <a:pt x="1" y="2679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1"/>
              <p:cNvSpPr/>
              <p:nvPr/>
            </p:nvSpPr>
            <p:spPr>
              <a:xfrm>
                <a:off x="6024450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3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3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2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2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6280175" y="348325"/>
                <a:ext cx="45075" cy="45075"/>
              </a:xfrm>
              <a:custGeom>
                <a:rect b="b" l="l" r="r" t="t"/>
                <a:pathLst>
                  <a:path extrusionOk="0" fill="none" h="1803" w="1803">
                    <a:moveTo>
                      <a:pt x="902" y="1803"/>
                    </a:moveTo>
                    <a:lnTo>
                      <a:pt x="902" y="1803"/>
                    </a:lnTo>
                    <a:lnTo>
                      <a:pt x="731" y="1778"/>
                    </a:lnTo>
                    <a:lnTo>
                      <a:pt x="561" y="1729"/>
                    </a:lnTo>
                    <a:lnTo>
                      <a:pt x="390" y="1632"/>
                    </a:lnTo>
                    <a:lnTo>
                      <a:pt x="268" y="1535"/>
                    </a:lnTo>
                    <a:lnTo>
                      <a:pt x="147" y="1388"/>
                    </a:lnTo>
                    <a:lnTo>
                      <a:pt x="74" y="1242"/>
                    </a:lnTo>
                    <a:lnTo>
                      <a:pt x="25" y="1072"/>
                    </a:lnTo>
                    <a:lnTo>
                      <a:pt x="0" y="901"/>
                    </a:lnTo>
                    <a:lnTo>
                      <a:pt x="0" y="901"/>
                    </a:lnTo>
                    <a:lnTo>
                      <a:pt x="25" y="707"/>
                    </a:lnTo>
                    <a:lnTo>
                      <a:pt x="74" y="536"/>
                    </a:lnTo>
                    <a:lnTo>
                      <a:pt x="147" y="390"/>
                    </a:lnTo>
                    <a:lnTo>
                      <a:pt x="268" y="244"/>
                    </a:lnTo>
                    <a:lnTo>
                      <a:pt x="390" y="146"/>
                    </a:lnTo>
                    <a:lnTo>
                      <a:pt x="561" y="49"/>
                    </a:lnTo>
                    <a:lnTo>
                      <a:pt x="731" y="0"/>
                    </a:lnTo>
                    <a:lnTo>
                      <a:pt x="902" y="0"/>
                    </a:lnTo>
                    <a:lnTo>
                      <a:pt x="902" y="0"/>
                    </a:lnTo>
                    <a:lnTo>
                      <a:pt x="1072" y="0"/>
                    </a:lnTo>
                    <a:lnTo>
                      <a:pt x="1243" y="49"/>
                    </a:lnTo>
                    <a:lnTo>
                      <a:pt x="1413" y="146"/>
                    </a:lnTo>
                    <a:lnTo>
                      <a:pt x="1535" y="244"/>
                    </a:lnTo>
                    <a:lnTo>
                      <a:pt x="1657" y="390"/>
                    </a:lnTo>
                    <a:lnTo>
                      <a:pt x="1730" y="536"/>
                    </a:lnTo>
                    <a:lnTo>
                      <a:pt x="1778" y="707"/>
                    </a:lnTo>
                    <a:lnTo>
                      <a:pt x="1803" y="901"/>
                    </a:lnTo>
                    <a:lnTo>
                      <a:pt x="1803" y="901"/>
                    </a:lnTo>
                    <a:lnTo>
                      <a:pt x="1778" y="1072"/>
                    </a:lnTo>
                    <a:lnTo>
                      <a:pt x="1730" y="1242"/>
                    </a:lnTo>
                    <a:lnTo>
                      <a:pt x="1657" y="1388"/>
                    </a:lnTo>
                    <a:lnTo>
                      <a:pt x="1535" y="1535"/>
                    </a:lnTo>
                    <a:lnTo>
                      <a:pt x="1413" y="1632"/>
                    </a:lnTo>
                    <a:lnTo>
                      <a:pt x="1243" y="1729"/>
                    </a:lnTo>
                    <a:lnTo>
                      <a:pt x="1072" y="1778"/>
                    </a:lnTo>
                    <a:lnTo>
                      <a:pt x="902" y="1803"/>
                    </a:lnTo>
                    <a:lnTo>
                      <a:pt x="902" y="1803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5973900" y="667375"/>
                <a:ext cx="401900" cy="31675"/>
              </a:xfrm>
              <a:custGeom>
                <a:rect b="b" l="l" r="r" t="t"/>
                <a:pathLst>
                  <a:path extrusionOk="0" fill="none" h="1267" w="16076">
                    <a:moveTo>
                      <a:pt x="1" y="0"/>
                    </a:moveTo>
                    <a:lnTo>
                      <a:pt x="1" y="487"/>
                    </a:lnTo>
                    <a:lnTo>
                      <a:pt x="1" y="487"/>
                    </a:lnTo>
                    <a:lnTo>
                      <a:pt x="25" y="658"/>
                    </a:lnTo>
                    <a:lnTo>
                      <a:pt x="74" y="804"/>
                    </a:lnTo>
                    <a:lnTo>
                      <a:pt x="147" y="926"/>
                    </a:lnTo>
                    <a:lnTo>
                      <a:pt x="220" y="1048"/>
                    </a:lnTo>
                    <a:lnTo>
                      <a:pt x="342" y="1145"/>
                    </a:lnTo>
                    <a:lnTo>
                      <a:pt x="488" y="1218"/>
                    </a:lnTo>
                    <a:lnTo>
                      <a:pt x="634" y="1267"/>
                    </a:lnTo>
                    <a:lnTo>
                      <a:pt x="780" y="1267"/>
                    </a:lnTo>
                    <a:lnTo>
                      <a:pt x="15296" y="1267"/>
                    </a:lnTo>
                    <a:lnTo>
                      <a:pt x="15296" y="1267"/>
                    </a:lnTo>
                    <a:lnTo>
                      <a:pt x="15442" y="1267"/>
                    </a:lnTo>
                    <a:lnTo>
                      <a:pt x="15588" y="1218"/>
                    </a:lnTo>
                    <a:lnTo>
                      <a:pt x="15734" y="1145"/>
                    </a:lnTo>
                    <a:lnTo>
                      <a:pt x="15856" y="1048"/>
                    </a:lnTo>
                    <a:lnTo>
                      <a:pt x="15929" y="926"/>
                    </a:lnTo>
                    <a:lnTo>
                      <a:pt x="16002" y="804"/>
                    </a:lnTo>
                    <a:lnTo>
                      <a:pt x="16051" y="658"/>
                    </a:lnTo>
                    <a:lnTo>
                      <a:pt x="16075" y="487"/>
                    </a:lnTo>
                    <a:lnTo>
                      <a:pt x="16075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6302700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3" y="1"/>
                    </a:lnTo>
                    <a:lnTo>
                      <a:pt x="683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4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6046975" y="318475"/>
                <a:ext cx="28650" cy="63350"/>
              </a:xfrm>
              <a:custGeom>
                <a:rect b="b" l="l" r="r" t="t"/>
                <a:pathLst>
                  <a:path extrusionOk="0" fill="none" h="2534" w="1146">
                    <a:moveTo>
                      <a:pt x="634" y="2534"/>
                    </a:moveTo>
                    <a:lnTo>
                      <a:pt x="488" y="2534"/>
                    </a:lnTo>
                    <a:lnTo>
                      <a:pt x="488" y="2534"/>
                    </a:lnTo>
                    <a:lnTo>
                      <a:pt x="390" y="2534"/>
                    </a:lnTo>
                    <a:lnTo>
                      <a:pt x="293" y="2485"/>
                    </a:lnTo>
                    <a:lnTo>
                      <a:pt x="220" y="2461"/>
                    </a:lnTo>
                    <a:lnTo>
                      <a:pt x="147" y="2388"/>
                    </a:lnTo>
                    <a:lnTo>
                      <a:pt x="74" y="2315"/>
                    </a:lnTo>
                    <a:lnTo>
                      <a:pt x="49" y="2242"/>
                    </a:lnTo>
                    <a:lnTo>
                      <a:pt x="1" y="2144"/>
                    </a:lnTo>
                    <a:lnTo>
                      <a:pt x="1" y="2047"/>
                    </a:lnTo>
                    <a:lnTo>
                      <a:pt x="1" y="488"/>
                    </a:lnTo>
                    <a:lnTo>
                      <a:pt x="1" y="488"/>
                    </a:lnTo>
                    <a:lnTo>
                      <a:pt x="1" y="391"/>
                    </a:lnTo>
                    <a:lnTo>
                      <a:pt x="49" y="293"/>
                    </a:lnTo>
                    <a:lnTo>
                      <a:pt x="74" y="220"/>
                    </a:lnTo>
                    <a:lnTo>
                      <a:pt x="147" y="147"/>
                    </a:lnTo>
                    <a:lnTo>
                      <a:pt x="220" y="74"/>
                    </a:lnTo>
                    <a:lnTo>
                      <a:pt x="293" y="50"/>
                    </a:lnTo>
                    <a:lnTo>
                      <a:pt x="390" y="1"/>
                    </a:lnTo>
                    <a:lnTo>
                      <a:pt x="488" y="1"/>
                    </a:lnTo>
                    <a:lnTo>
                      <a:pt x="682" y="1"/>
                    </a:lnTo>
                    <a:lnTo>
                      <a:pt x="682" y="1"/>
                    </a:lnTo>
                    <a:lnTo>
                      <a:pt x="780" y="1"/>
                    </a:lnTo>
                    <a:lnTo>
                      <a:pt x="877" y="50"/>
                    </a:lnTo>
                    <a:lnTo>
                      <a:pt x="950" y="74"/>
                    </a:lnTo>
                    <a:lnTo>
                      <a:pt x="1023" y="147"/>
                    </a:lnTo>
                    <a:lnTo>
                      <a:pt x="1072" y="220"/>
                    </a:lnTo>
                    <a:lnTo>
                      <a:pt x="1121" y="293"/>
                    </a:lnTo>
                    <a:lnTo>
                      <a:pt x="1145" y="391"/>
                    </a:lnTo>
                    <a:lnTo>
                      <a:pt x="1145" y="48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5973900" y="407375"/>
                <a:ext cx="401900" cy="272200"/>
              </a:xfrm>
              <a:custGeom>
                <a:rect b="b" l="l" r="r" t="t"/>
                <a:pathLst>
                  <a:path extrusionOk="0" fill="none" h="10888" w="16076">
                    <a:moveTo>
                      <a:pt x="1" y="1"/>
                    </a:moveTo>
                    <a:lnTo>
                      <a:pt x="1" y="10303"/>
                    </a:lnTo>
                    <a:lnTo>
                      <a:pt x="1" y="10303"/>
                    </a:lnTo>
                    <a:lnTo>
                      <a:pt x="25" y="10400"/>
                    </a:lnTo>
                    <a:lnTo>
                      <a:pt x="74" y="10498"/>
                    </a:lnTo>
                    <a:lnTo>
                      <a:pt x="147" y="10595"/>
                    </a:lnTo>
                    <a:lnTo>
                      <a:pt x="220" y="10693"/>
                    </a:lnTo>
                    <a:lnTo>
                      <a:pt x="342" y="10766"/>
                    </a:lnTo>
                    <a:lnTo>
                      <a:pt x="488" y="10839"/>
                    </a:lnTo>
                    <a:lnTo>
                      <a:pt x="634" y="10887"/>
                    </a:lnTo>
                    <a:lnTo>
                      <a:pt x="780" y="10887"/>
                    </a:lnTo>
                    <a:lnTo>
                      <a:pt x="15296" y="10887"/>
                    </a:lnTo>
                    <a:lnTo>
                      <a:pt x="15296" y="10887"/>
                    </a:lnTo>
                    <a:lnTo>
                      <a:pt x="15442" y="10887"/>
                    </a:lnTo>
                    <a:lnTo>
                      <a:pt x="15588" y="10839"/>
                    </a:lnTo>
                    <a:lnTo>
                      <a:pt x="15734" y="10766"/>
                    </a:lnTo>
                    <a:lnTo>
                      <a:pt x="15856" y="10668"/>
                    </a:lnTo>
                    <a:lnTo>
                      <a:pt x="15929" y="10546"/>
                    </a:lnTo>
                    <a:lnTo>
                      <a:pt x="16002" y="10425"/>
                    </a:lnTo>
                    <a:lnTo>
                      <a:pt x="16051" y="10278"/>
                    </a:lnTo>
                    <a:lnTo>
                      <a:pt x="16075" y="10108"/>
                    </a:lnTo>
                    <a:lnTo>
                      <a:pt x="16075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11"/>
              <p:cNvSpPr/>
              <p:nvPr/>
            </p:nvSpPr>
            <p:spPr>
              <a:xfrm>
                <a:off x="6024450" y="456100"/>
                <a:ext cx="300800" cy="175375"/>
              </a:xfrm>
              <a:custGeom>
                <a:rect b="b" l="l" r="r" t="t"/>
                <a:pathLst>
                  <a:path extrusionOk="0" fill="none" h="7015" w="12032">
                    <a:moveTo>
                      <a:pt x="0" y="0"/>
                    </a:moveTo>
                    <a:lnTo>
                      <a:pt x="12032" y="0"/>
                    </a:lnTo>
                    <a:lnTo>
                      <a:pt x="12032" y="7014"/>
                    </a:lnTo>
                    <a:lnTo>
                      <a:pt x="0" y="7014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6024450" y="57300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11"/>
              <p:cNvSpPr/>
              <p:nvPr/>
            </p:nvSpPr>
            <p:spPr>
              <a:xfrm>
                <a:off x="6024450" y="514550"/>
                <a:ext cx="300800" cy="25"/>
              </a:xfrm>
              <a:custGeom>
                <a:rect b="b" l="l" r="r" t="t"/>
                <a:pathLst>
                  <a:path extrusionOk="0" fill="none" h="1" w="12032">
                    <a:moveTo>
                      <a:pt x="0" y="0"/>
                    </a:moveTo>
                    <a:lnTo>
                      <a:pt x="12032" y="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11"/>
              <p:cNvSpPr/>
              <p:nvPr/>
            </p:nvSpPr>
            <p:spPr>
              <a:xfrm>
                <a:off x="626495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620467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0" y="0"/>
                    </a:moveTo>
                    <a:lnTo>
                      <a:pt x="0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6145000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6084725" y="456100"/>
                <a:ext cx="25" cy="175375"/>
              </a:xfrm>
              <a:custGeom>
                <a:rect b="b" l="l" r="r" t="t"/>
                <a:pathLst>
                  <a:path extrusionOk="0" fill="none" h="7015" w="1">
                    <a:moveTo>
                      <a:pt x="1" y="0"/>
                    </a:moveTo>
                    <a:lnTo>
                      <a:pt x="1" y="7014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8" name="Google Shape;348;p11"/>
            <p:cNvGrpSpPr/>
            <p:nvPr/>
          </p:nvGrpSpPr>
          <p:grpSpPr>
            <a:xfrm rot="-2485038">
              <a:off x="7686107" y="5449622"/>
              <a:ext cx="833851" cy="799886"/>
              <a:chOff x="5233525" y="4954450"/>
              <a:chExt cx="538275" cy="516350"/>
            </a:xfrm>
          </p:grpSpPr>
          <p:sp>
            <p:nvSpPr>
              <p:cNvPr id="349" name="Google Shape;349;p11"/>
              <p:cNvSpPr/>
              <p:nvPr/>
            </p:nvSpPr>
            <p:spPr>
              <a:xfrm>
                <a:off x="5637825" y="4954450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1023" y="3410"/>
                    </a:moveTo>
                    <a:lnTo>
                      <a:pt x="1023" y="3410"/>
                    </a:lnTo>
                    <a:lnTo>
                      <a:pt x="1193" y="3483"/>
                    </a:lnTo>
                    <a:lnTo>
                      <a:pt x="1388" y="3532"/>
                    </a:lnTo>
                    <a:lnTo>
                      <a:pt x="1583" y="3556"/>
                    </a:lnTo>
                    <a:lnTo>
                      <a:pt x="1778" y="3581"/>
                    </a:lnTo>
                    <a:lnTo>
                      <a:pt x="1778" y="3581"/>
                    </a:lnTo>
                    <a:lnTo>
                      <a:pt x="1973" y="3556"/>
                    </a:lnTo>
                    <a:lnTo>
                      <a:pt x="2143" y="3532"/>
                    </a:lnTo>
                    <a:lnTo>
                      <a:pt x="2314" y="3508"/>
                    </a:lnTo>
                    <a:lnTo>
                      <a:pt x="2484" y="3435"/>
                    </a:lnTo>
                    <a:lnTo>
                      <a:pt x="2630" y="3361"/>
                    </a:lnTo>
                    <a:lnTo>
                      <a:pt x="2776" y="3264"/>
                    </a:lnTo>
                    <a:lnTo>
                      <a:pt x="2923" y="3167"/>
                    </a:lnTo>
                    <a:lnTo>
                      <a:pt x="3044" y="3045"/>
                    </a:lnTo>
                    <a:lnTo>
                      <a:pt x="3166" y="2923"/>
                    </a:lnTo>
                    <a:lnTo>
                      <a:pt x="3264" y="2801"/>
                    </a:lnTo>
                    <a:lnTo>
                      <a:pt x="3361" y="2631"/>
                    </a:lnTo>
                    <a:lnTo>
                      <a:pt x="3434" y="2485"/>
                    </a:lnTo>
                    <a:lnTo>
                      <a:pt x="3483" y="2314"/>
                    </a:lnTo>
                    <a:lnTo>
                      <a:pt x="3531" y="2144"/>
                    </a:lnTo>
                    <a:lnTo>
                      <a:pt x="3556" y="1973"/>
                    </a:lnTo>
                    <a:lnTo>
                      <a:pt x="3580" y="1803"/>
                    </a:lnTo>
                    <a:lnTo>
                      <a:pt x="3580" y="1803"/>
                    </a:lnTo>
                    <a:lnTo>
                      <a:pt x="3556" y="1608"/>
                    </a:lnTo>
                    <a:lnTo>
                      <a:pt x="3531" y="1437"/>
                    </a:lnTo>
                    <a:lnTo>
                      <a:pt x="3483" y="1267"/>
                    </a:lnTo>
                    <a:lnTo>
                      <a:pt x="3434" y="1096"/>
                    </a:lnTo>
                    <a:lnTo>
                      <a:pt x="3361" y="950"/>
                    </a:lnTo>
                    <a:lnTo>
                      <a:pt x="3264" y="804"/>
                    </a:lnTo>
                    <a:lnTo>
                      <a:pt x="3166" y="658"/>
                    </a:lnTo>
                    <a:lnTo>
                      <a:pt x="3044" y="536"/>
                    </a:lnTo>
                    <a:lnTo>
                      <a:pt x="2923" y="414"/>
                    </a:lnTo>
                    <a:lnTo>
                      <a:pt x="2776" y="317"/>
                    </a:lnTo>
                    <a:lnTo>
                      <a:pt x="2630" y="220"/>
                    </a:lnTo>
                    <a:lnTo>
                      <a:pt x="2484" y="147"/>
                    </a:lnTo>
                    <a:lnTo>
                      <a:pt x="2314" y="98"/>
                    </a:lnTo>
                    <a:lnTo>
                      <a:pt x="2143" y="49"/>
                    </a:lnTo>
                    <a:lnTo>
                      <a:pt x="1973" y="25"/>
                    </a:lnTo>
                    <a:lnTo>
                      <a:pt x="1778" y="0"/>
                    </a:lnTo>
                    <a:lnTo>
                      <a:pt x="1778" y="0"/>
                    </a:lnTo>
                    <a:lnTo>
                      <a:pt x="1607" y="25"/>
                    </a:lnTo>
                    <a:lnTo>
                      <a:pt x="1437" y="49"/>
                    </a:lnTo>
                    <a:lnTo>
                      <a:pt x="1266" y="98"/>
                    </a:lnTo>
                    <a:lnTo>
                      <a:pt x="1096" y="147"/>
                    </a:lnTo>
                    <a:lnTo>
                      <a:pt x="925" y="220"/>
                    </a:lnTo>
                    <a:lnTo>
                      <a:pt x="779" y="317"/>
                    </a:lnTo>
                    <a:lnTo>
                      <a:pt x="658" y="414"/>
                    </a:lnTo>
                    <a:lnTo>
                      <a:pt x="536" y="536"/>
                    </a:lnTo>
                    <a:lnTo>
                      <a:pt x="414" y="658"/>
                    </a:lnTo>
                    <a:lnTo>
                      <a:pt x="317" y="804"/>
                    </a:lnTo>
                    <a:lnTo>
                      <a:pt x="219" y="950"/>
                    </a:lnTo>
                    <a:lnTo>
                      <a:pt x="146" y="1096"/>
                    </a:lnTo>
                    <a:lnTo>
                      <a:pt x="73" y="1267"/>
                    </a:lnTo>
                    <a:lnTo>
                      <a:pt x="49" y="1437"/>
                    </a:lnTo>
                    <a:lnTo>
                      <a:pt x="24" y="1608"/>
                    </a:lnTo>
                    <a:lnTo>
                      <a:pt x="0" y="1803"/>
                    </a:lnTo>
                    <a:lnTo>
                      <a:pt x="0" y="1803"/>
                    </a:lnTo>
                    <a:lnTo>
                      <a:pt x="24" y="2071"/>
                    </a:lnTo>
                    <a:lnTo>
                      <a:pt x="97" y="2339"/>
                    </a:lnTo>
                    <a:lnTo>
                      <a:pt x="195" y="2582"/>
                    </a:lnTo>
                    <a:lnTo>
                      <a:pt x="317" y="280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5323025" y="4980625"/>
                <a:ext cx="88925" cy="88925"/>
              </a:xfrm>
              <a:custGeom>
                <a:rect b="b" l="l" r="r" t="t"/>
                <a:pathLst>
                  <a:path extrusionOk="0" fill="none" h="3557" w="3557">
                    <a:moveTo>
                      <a:pt x="3191" y="2850"/>
                    </a:moveTo>
                    <a:lnTo>
                      <a:pt x="3191" y="2850"/>
                    </a:lnTo>
                    <a:lnTo>
                      <a:pt x="3313" y="2680"/>
                    </a:lnTo>
                    <a:lnTo>
                      <a:pt x="3410" y="2509"/>
                    </a:lnTo>
                    <a:lnTo>
                      <a:pt x="3483" y="2314"/>
                    </a:lnTo>
                    <a:lnTo>
                      <a:pt x="3532" y="2095"/>
                    </a:lnTo>
                    <a:lnTo>
                      <a:pt x="3532" y="2095"/>
                    </a:lnTo>
                    <a:lnTo>
                      <a:pt x="3556" y="1925"/>
                    </a:lnTo>
                    <a:lnTo>
                      <a:pt x="3556" y="1730"/>
                    </a:lnTo>
                    <a:lnTo>
                      <a:pt x="3556" y="1559"/>
                    </a:lnTo>
                    <a:lnTo>
                      <a:pt x="3508" y="1389"/>
                    </a:lnTo>
                    <a:lnTo>
                      <a:pt x="3459" y="1218"/>
                    </a:lnTo>
                    <a:lnTo>
                      <a:pt x="3410" y="1072"/>
                    </a:lnTo>
                    <a:lnTo>
                      <a:pt x="3337" y="902"/>
                    </a:lnTo>
                    <a:lnTo>
                      <a:pt x="3240" y="756"/>
                    </a:lnTo>
                    <a:lnTo>
                      <a:pt x="3142" y="634"/>
                    </a:lnTo>
                    <a:lnTo>
                      <a:pt x="3021" y="512"/>
                    </a:lnTo>
                    <a:lnTo>
                      <a:pt x="2899" y="390"/>
                    </a:lnTo>
                    <a:lnTo>
                      <a:pt x="2753" y="293"/>
                    </a:lnTo>
                    <a:lnTo>
                      <a:pt x="2606" y="196"/>
                    </a:lnTo>
                    <a:lnTo>
                      <a:pt x="2436" y="122"/>
                    </a:lnTo>
                    <a:lnTo>
                      <a:pt x="2266" y="74"/>
                    </a:lnTo>
                    <a:lnTo>
                      <a:pt x="2095" y="25"/>
                    </a:lnTo>
                    <a:lnTo>
                      <a:pt x="2095" y="25"/>
                    </a:lnTo>
                    <a:lnTo>
                      <a:pt x="1925" y="1"/>
                    </a:lnTo>
                    <a:lnTo>
                      <a:pt x="1730" y="1"/>
                    </a:lnTo>
                    <a:lnTo>
                      <a:pt x="1559" y="1"/>
                    </a:lnTo>
                    <a:lnTo>
                      <a:pt x="1389" y="25"/>
                    </a:lnTo>
                    <a:lnTo>
                      <a:pt x="1218" y="74"/>
                    </a:lnTo>
                    <a:lnTo>
                      <a:pt x="1072" y="147"/>
                    </a:lnTo>
                    <a:lnTo>
                      <a:pt x="902" y="220"/>
                    </a:lnTo>
                    <a:lnTo>
                      <a:pt x="756" y="317"/>
                    </a:lnTo>
                    <a:lnTo>
                      <a:pt x="634" y="415"/>
                    </a:lnTo>
                    <a:lnTo>
                      <a:pt x="512" y="537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1"/>
                    </a:lnTo>
                    <a:lnTo>
                      <a:pt x="122" y="1097"/>
                    </a:lnTo>
                    <a:lnTo>
                      <a:pt x="74" y="1267"/>
                    </a:lnTo>
                    <a:lnTo>
                      <a:pt x="25" y="1462"/>
                    </a:lnTo>
                    <a:lnTo>
                      <a:pt x="25" y="1462"/>
                    </a:lnTo>
                    <a:lnTo>
                      <a:pt x="1" y="1633"/>
                    </a:lnTo>
                    <a:lnTo>
                      <a:pt x="1" y="1803"/>
                    </a:lnTo>
                    <a:lnTo>
                      <a:pt x="1" y="1998"/>
                    </a:lnTo>
                    <a:lnTo>
                      <a:pt x="25" y="2168"/>
                    </a:lnTo>
                    <a:lnTo>
                      <a:pt x="74" y="2339"/>
                    </a:lnTo>
                    <a:lnTo>
                      <a:pt x="147" y="2485"/>
                    </a:lnTo>
                    <a:lnTo>
                      <a:pt x="220" y="2655"/>
                    </a:lnTo>
                    <a:lnTo>
                      <a:pt x="317" y="2777"/>
                    </a:lnTo>
                    <a:lnTo>
                      <a:pt x="415" y="2923"/>
                    </a:lnTo>
                    <a:lnTo>
                      <a:pt x="536" y="3045"/>
                    </a:lnTo>
                    <a:lnTo>
                      <a:pt x="658" y="3167"/>
                    </a:lnTo>
                    <a:lnTo>
                      <a:pt x="804" y="3264"/>
                    </a:lnTo>
                    <a:lnTo>
                      <a:pt x="950" y="3362"/>
                    </a:lnTo>
                    <a:lnTo>
                      <a:pt x="1096" y="3435"/>
                    </a:lnTo>
                    <a:lnTo>
                      <a:pt x="1267" y="3483"/>
                    </a:lnTo>
                    <a:lnTo>
                      <a:pt x="1462" y="3532"/>
                    </a:lnTo>
                    <a:lnTo>
                      <a:pt x="1462" y="3532"/>
                    </a:lnTo>
                    <a:lnTo>
                      <a:pt x="1705" y="3557"/>
                    </a:lnTo>
                    <a:lnTo>
                      <a:pt x="1973" y="3557"/>
                    </a:lnTo>
                    <a:lnTo>
                      <a:pt x="2217" y="3508"/>
                    </a:lnTo>
                    <a:lnTo>
                      <a:pt x="2460" y="3435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5233525" y="5255225"/>
                <a:ext cx="89525" cy="89525"/>
              </a:xfrm>
              <a:custGeom>
                <a:rect b="b" l="l" r="r" t="t"/>
                <a:pathLst>
                  <a:path extrusionOk="0" fill="none" h="3581" w="3581">
                    <a:moveTo>
                      <a:pt x="3215" y="707"/>
                    </a:moveTo>
                    <a:lnTo>
                      <a:pt x="3215" y="707"/>
                    </a:lnTo>
                    <a:lnTo>
                      <a:pt x="3093" y="585"/>
                    </a:lnTo>
                    <a:lnTo>
                      <a:pt x="2972" y="464"/>
                    </a:lnTo>
                    <a:lnTo>
                      <a:pt x="2850" y="342"/>
                    </a:lnTo>
                    <a:lnTo>
                      <a:pt x="2679" y="244"/>
                    </a:lnTo>
                    <a:lnTo>
                      <a:pt x="2679" y="244"/>
                    </a:lnTo>
                    <a:lnTo>
                      <a:pt x="2533" y="171"/>
                    </a:lnTo>
                    <a:lnTo>
                      <a:pt x="2363" y="98"/>
                    </a:lnTo>
                    <a:lnTo>
                      <a:pt x="2192" y="50"/>
                    </a:lnTo>
                    <a:lnTo>
                      <a:pt x="2022" y="25"/>
                    </a:lnTo>
                    <a:lnTo>
                      <a:pt x="1851" y="1"/>
                    </a:lnTo>
                    <a:lnTo>
                      <a:pt x="1681" y="25"/>
                    </a:lnTo>
                    <a:lnTo>
                      <a:pt x="1510" y="25"/>
                    </a:lnTo>
                    <a:lnTo>
                      <a:pt x="1340" y="74"/>
                    </a:lnTo>
                    <a:lnTo>
                      <a:pt x="1169" y="123"/>
                    </a:lnTo>
                    <a:lnTo>
                      <a:pt x="1023" y="196"/>
                    </a:lnTo>
                    <a:lnTo>
                      <a:pt x="877" y="269"/>
                    </a:lnTo>
                    <a:lnTo>
                      <a:pt x="731" y="366"/>
                    </a:lnTo>
                    <a:lnTo>
                      <a:pt x="585" y="488"/>
                    </a:lnTo>
                    <a:lnTo>
                      <a:pt x="463" y="610"/>
                    </a:lnTo>
                    <a:lnTo>
                      <a:pt x="341" y="731"/>
                    </a:lnTo>
                    <a:lnTo>
                      <a:pt x="244" y="902"/>
                    </a:lnTo>
                    <a:lnTo>
                      <a:pt x="244" y="902"/>
                    </a:lnTo>
                    <a:lnTo>
                      <a:pt x="171" y="1048"/>
                    </a:lnTo>
                    <a:lnTo>
                      <a:pt x="98" y="1219"/>
                    </a:lnTo>
                    <a:lnTo>
                      <a:pt x="49" y="1389"/>
                    </a:lnTo>
                    <a:lnTo>
                      <a:pt x="25" y="1560"/>
                    </a:lnTo>
                    <a:lnTo>
                      <a:pt x="0" y="1730"/>
                    </a:lnTo>
                    <a:lnTo>
                      <a:pt x="0" y="1900"/>
                    </a:lnTo>
                    <a:lnTo>
                      <a:pt x="25" y="2071"/>
                    </a:lnTo>
                    <a:lnTo>
                      <a:pt x="73" y="2241"/>
                    </a:lnTo>
                    <a:lnTo>
                      <a:pt x="122" y="2412"/>
                    </a:lnTo>
                    <a:lnTo>
                      <a:pt x="195" y="2558"/>
                    </a:lnTo>
                    <a:lnTo>
                      <a:pt x="268" y="2729"/>
                    </a:lnTo>
                    <a:lnTo>
                      <a:pt x="366" y="2850"/>
                    </a:lnTo>
                    <a:lnTo>
                      <a:pt x="463" y="2996"/>
                    </a:lnTo>
                    <a:lnTo>
                      <a:pt x="609" y="3118"/>
                    </a:lnTo>
                    <a:lnTo>
                      <a:pt x="731" y="3240"/>
                    </a:lnTo>
                    <a:lnTo>
                      <a:pt x="901" y="3337"/>
                    </a:lnTo>
                    <a:lnTo>
                      <a:pt x="901" y="3337"/>
                    </a:lnTo>
                    <a:lnTo>
                      <a:pt x="1048" y="3410"/>
                    </a:lnTo>
                    <a:lnTo>
                      <a:pt x="1218" y="3484"/>
                    </a:lnTo>
                    <a:lnTo>
                      <a:pt x="1389" y="3532"/>
                    </a:lnTo>
                    <a:lnTo>
                      <a:pt x="1559" y="3557"/>
                    </a:lnTo>
                    <a:lnTo>
                      <a:pt x="1730" y="3581"/>
                    </a:lnTo>
                    <a:lnTo>
                      <a:pt x="1900" y="3581"/>
                    </a:lnTo>
                    <a:lnTo>
                      <a:pt x="2071" y="3557"/>
                    </a:lnTo>
                    <a:lnTo>
                      <a:pt x="2241" y="3508"/>
                    </a:lnTo>
                    <a:lnTo>
                      <a:pt x="2411" y="3459"/>
                    </a:lnTo>
                    <a:lnTo>
                      <a:pt x="2558" y="3410"/>
                    </a:lnTo>
                    <a:lnTo>
                      <a:pt x="2704" y="3313"/>
                    </a:lnTo>
                    <a:lnTo>
                      <a:pt x="2850" y="3216"/>
                    </a:lnTo>
                    <a:lnTo>
                      <a:pt x="2996" y="3118"/>
                    </a:lnTo>
                    <a:lnTo>
                      <a:pt x="3118" y="2996"/>
                    </a:lnTo>
                    <a:lnTo>
                      <a:pt x="3240" y="2850"/>
                    </a:lnTo>
                    <a:lnTo>
                      <a:pt x="3337" y="2704"/>
                    </a:lnTo>
                    <a:lnTo>
                      <a:pt x="3337" y="2704"/>
                    </a:lnTo>
                    <a:lnTo>
                      <a:pt x="3459" y="2412"/>
                    </a:lnTo>
                    <a:lnTo>
                      <a:pt x="3532" y="2144"/>
                    </a:lnTo>
                    <a:lnTo>
                      <a:pt x="3581" y="1852"/>
                    </a:lnTo>
                    <a:lnTo>
                      <a:pt x="3556" y="156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1"/>
              <p:cNvSpPr/>
              <p:nvPr/>
            </p:nvSpPr>
            <p:spPr>
              <a:xfrm>
                <a:off x="5453325" y="5382475"/>
                <a:ext cx="88925" cy="88325"/>
              </a:xfrm>
              <a:custGeom>
                <a:rect b="b" l="l" r="r" t="t"/>
                <a:pathLst>
                  <a:path extrusionOk="0" fill="none" h="3533" w="3557">
                    <a:moveTo>
                      <a:pt x="1389" y="1"/>
                    </a:moveTo>
                    <a:lnTo>
                      <a:pt x="1389" y="1"/>
                    </a:lnTo>
                    <a:lnTo>
                      <a:pt x="1194" y="50"/>
                    </a:lnTo>
                    <a:lnTo>
                      <a:pt x="999" y="147"/>
                    </a:lnTo>
                    <a:lnTo>
                      <a:pt x="804" y="245"/>
                    </a:lnTo>
                    <a:lnTo>
                      <a:pt x="634" y="366"/>
                    </a:lnTo>
                    <a:lnTo>
                      <a:pt x="634" y="366"/>
                    </a:lnTo>
                    <a:lnTo>
                      <a:pt x="488" y="488"/>
                    </a:lnTo>
                    <a:lnTo>
                      <a:pt x="390" y="634"/>
                    </a:lnTo>
                    <a:lnTo>
                      <a:pt x="268" y="780"/>
                    </a:lnTo>
                    <a:lnTo>
                      <a:pt x="195" y="926"/>
                    </a:lnTo>
                    <a:lnTo>
                      <a:pt x="122" y="1073"/>
                    </a:lnTo>
                    <a:lnTo>
                      <a:pt x="74" y="1243"/>
                    </a:lnTo>
                    <a:lnTo>
                      <a:pt x="25" y="1414"/>
                    </a:lnTo>
                    <a:lnTo>
                      <a:pt x="0" y="1584"/>
                    </a:lnTo>
                    <a:lnTo>
                      <a:pt x="0" y="1755"/>
                    </a:lnTo>
                    <a:lnTo>
                      <a:pt x="0" y="1925"/>
                    </a:lnTo>
                    <a:lnTo>
                      <a:pt x="25" y="2096"/>
                    </a:lnTo>
                    <a:lnTo>
                      <a:pt x="74" y="2266"/>
                    </a:lnTo>
                    <a:lnTo>
                      <a:pt x="122" y="2412"/>
                    </a:lnTo>
                    <a:lnTo>
                      <a:pt x="195" y="2583"/>
                    </a:lnTo>
                    <a:lnTo>
                      <a:pt x="293" y="2729"/>
                    </a:lnTo>
                    <a:lnTo>
                      <a:pt x="415" y="2875"/>
                    </a:lnTo>
                    <a:lnTo>
                      <a:pt x="415" y="2875"/>
                    </a:lnTo>
                    <a:lnTo>
                      <a:pt x="536" y="3021"/>
                    </a:lnTo>
                    <a:lnTo>
                      <a:pt x="658" y="3143"/>
                    </a:lnTo>
                    <a:lnTo>
                      <a:pt x="804" y="3240"/>
                    </a:lnTo>
                    <a:lnTo>
                      <a:pt x="950" y="3313"/>
                    </a:lnTo>
                    <a:lnTo>
                      <a:pt x="1121" y="3386"/>
                    </a:lnTo>
                    <a:lnTo>
                      <a:pt x="1267" y="3459"/>
                    </a:lnTo>
                    <a:lnTo>
                      <a:pt x="1437" y="3484"/>
                    </a:lnTo>
                    <a:lnTo>
                      <a:pt x="1608" y="3508"/>
                    </a:lnTo>
                    <a:lnTo>
                      <a:pt x="1778" y="3532"/>
                    </a:lnTo>
                    <a:lnTo>
                      <a:pt x="1949" y="3508"/>
                    </a:lnTo>
                    <a:lnTo>
                      <a:pt x="2119" y="3484"/>
                    </a:lnTo>
                    <a:lnTo>
                      <a:pt x="2290" y="3435"/>
                    </a:lnTo>
                    <a:lnTo>
                      <a:pt x="2460" y="3386"/>
                    </a:lnTo>
                    <a:lnTo>
                      <a:pt x="2606" y="3313"/>
                    </a:lnTo>
                    <a:lnTo>
                      <a:pt x="2777" y="3216"/>
                    </a:lnTo>
                    <a:lnTo>
                      <a:pt x="2923" y="3118"/>
                    </a:lnTo>
                    <a:lnTo>
                      <a:pt x="2923" y="3118"/>
                    </a:lnTo>
                    <a:lnTo>
                      <a:pt x="3045" y="2997"/>
                    </a:lnTo>
                    <a:lnTo>
                      <a:pt x="3167" y="2851"/>
                    </a:lnTo>
                    <a:lnTo>
                      <a:pt x="3264" y="2704"/>
                    </a:lnTo>
                    <a:lnTo>
                      <a:pt x="3361" y="2558"/>
                    </a:lnTo>
                    <a:lnTo>
                      <a:pt x="3435" y="2412"/>
                    </a:lnTo>
                    <a:lnTo>
                      <a:pt x="3483" y="2242"/>
                    </a:lnTo>
                    <a:lnTo>
                      <a:pt x="3532" y="2071"/>
                    </a:lnTo>
                    <a:lnTo>
                      <a:pt x="3556" y="1901"/>
                    </a:lnTo>
                    <a:lnTo>
                      <a:pt x="3556" y="1730"/>
                    </a:lnTo>
                    <a:lnTo>
                      <a:pt x="3556" y="1560"/>
                    </a:lnTo>
                    <a:lnTo>
                      <a:pt x="3532" y="1389"/>
                    </a:lnTo>
                    <a:lnTo>
                      <a:pt x="3483" y="1219"/>
                    </a:lnTo>
                    <a:lnTo>
                      <a:pt x="3410" y="1048"/>
                    </a:lnTo>
                    <a:lnTo>
                      <a:pt x="3337" y="902"/>
                    </a:lnTo>
                    <a:lnTo>
                      <a:pt x="3264" y="756"/>
                    </a:lnTo>
                    <a:lnTo>
                      <a:pt x="3142" y="610"/>
                    </a:lnTo>
                    <a:lnTo>
                      <a:pt x="3142" y="610"/>
                    </a:lnTo>
                    <a:lnTo>
                      <a:pt x="2972" y="415"/>
                    </a:lnTo>
                    <a:lnTo>
                      <a:pt x="2753" y="245"/>
                    </a:lnTo>
                    <a:lnTo>
                      <a:pt x="2533" y="123"/>
                    </a:lnTo>
                    <a:lnTo>
                      <a:pt x="2314" y="5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1"/>
              <p:cNvSpPr/>
              <p:nvPr/>
            </p:nvSpPr>
            <p:spPr>
              <a:xfrm>
                <a:off x="5682875" y="5188875"/>
                <a:ext cx="88925" cy="89525"/>
              </a:xfrm>
              <a:custGeom>
                <a:rect b="b" l="l" r="r" t="t"/>
                <a:pathLst>
                  <a:path extrusionOk="0" fill="none" h="3581" w="3557">
                    <a:moveTo>
                      <a:pt x="0" y="2022"/>
                    </a:moveTo>
                    <a:lnTo>
                      <a:pt x="0" y="2022"/>
                    </a:lnTo>
                    <a:lnTo>
                      <a:pt x="25" y="2216"/>
                    </a:lnTo>
                    <a:lnTo>
                      <a:pt x="98" y="2411"/>
                    </a:lnTo>
                    <a:lnTo>
                      <a:pt x="98" y="2411"/>
                    </a:lnTo>
                    <a:lnTo>
                      <a:pt x="171" y="2557"/>
                    </a:lnTo>
                    <a:lnTo>
                      <a:pt x="244" y="2728"/>
                    </a:lnTo>
                    <a:lnTo>
                      <a:pt x="341" y="2874"/>
                    </a:lnTo>
                    <a:lnTo>
                      <a:pt x="463" y="2996"/>
                    </a:lnTo>
                    <a:lnTo>
                      <a:pt x="585" y="3118"/>
                    </a:lnTo>
                    <a:lnTo>
                      <a:pt x="707" y="3239"/>
                    </a:lnTo>
                    <a:lnTo>
                      <a:pt x="853" y="3337"/>
                    </a:lnTo>
                    <a:lnTo>
                      <a:pt x="999" y="3410"/>
                    </a:lnTo>
                    <a:lnTo>
                      <a:pt x="1169" y="3483"/>
                    </a:lnTo>
                    <a:lnTo>
                      <a:pt x="1340" y="3532"/>
                    </a:lnTo>
                    <a:lnTo>
                      <a:pt x="1510" y="3556"/>
                    </a:lnTo>
                    <a:lnTo>
                      <a:pt x="1681" y="3580"/>
                    </a:lnTo>
                    <a:lnTo>
                      <a:pt x="1851" y="3580"/>
                    </a:lnTo>
                    <a:lnTo>
                      <a:pt x="2022" y="3556"/>
                    </a:lnTo>
                    <a:lnTo>
                      <a:pt x="2192" y="3532"/>
                    </a:lnTo>
                    <a:lnTo>
                      <a:pt x="2363" y="3459"/>
                    </a:lnTo>
                    <a:lnTo>
                      <a:pt x="2363" y="3459"/>
                    </a:lnTo>
                    <a:lnTo>
                      <a:pt x="2533" y="3410"/>
                    </a:lnTo>
                    <a:lnTo>
                      <a:pt x="2704" y="3312"/>
                    </a:lnTo>
                    <a:lnTo>
                      <a:pt x="2850" y="3215"/>
                    </a:lnTo>
                    <a:lnTo>
                      <a:pt x="2972" y="3093"/>
                    </a:lnTo>
                    <a:lnTo>
                      <a:pt x="3093" y="2971"/>
                    </a:lnTo>
                    <a:lnTo>
                      <a:pt x="3215" y="2850"/>
                    </a:lnTo>
                    <a:lnTo>
                      <a:pt x="3288" y="2704"/>
                    </a:lnTo>
                    <a:lnTo>
                      <a:pt x="3386" y="2557"/>
                    </a:lnTo>
                    <a:lnTo>
                      <a:pt x="3434" y="2387"/>
                    </a:lnTo>
                    <a:lnTo>
                      <a:pt x="3483" y="2216"/>
                    </a:lnTo>
                    <a:lnTo>
                      <a:pt x="3532" y="2070"/>
                    </a:lnTo>
                    <a:lnTo>
                      <a:pt x="3556" y="1875"/>
                    </a:lnTo>
                    <a:lnTo>
                      <a:pt x="3556" y="1705"/>
                    </a:lnTo>
                    <a:lnTo>
                      <a:pt x="3532" y="1534"/>
                    </a:lnTo>
                    <a:lnTo>
                      <a:pt x="3507" y="1364"/>
                    </a:lnTo>
                    <a:lnTo>
                      <a:pt x="3434" y="1194"/>
                    </a:lnTo>
                    <a:lnTo>
                      <a:pt x="3434" y="1194"/>
                    </a:lnTo>
                    <a:lnTo>
                      <a:pt x="3361" y="1023"/>
                    </a:lnTo>
                    <a:lnTo>
                      <a:pt x="3288" y="853"/>
                    </a:lnTo>
                    <a:lnTo>
                      <a:pt x="3191" y="706"/>
                    </a:lnTo>
                    <a:lnTo>
                      <a:pt x="3069" y="585"/>
                    </a:lnTo>
                    <a:lnTo>
                      <a:pt x="2947" y="463"/>
                    </a:lnTo>
                    <a:lnTo>
                      <a:pt x="2825" y="341"/>
                    </a:lnTo>
                    <a:lnTo>
                      <a:pt x="2679" y="268"/>
                    </a:lnTo>
                    <a:lnTo>
                      <a:pt x="2533" y="171"/>
                    </a:lnTo>
                    <a:lnTo>
                      <a:pt x="2363" y="122"/>
                    </a:lnTo>
                    <a:lnTo>
                      <a:pt x="2192" y="73"/>
                    </a:lnTo>
                    <a:lnTo>
                      <a:pt x="2022" y="24"/>
                    </a:lnTo>
                    <a:lnTo>
                      <a:pt x="1851" y="24"/>
                    </a:lnTo>
                    <a:lnTo>
                      <a:pt x="1681" y="0"/>
                    </a:lnTo>
                    <a:lnTo>
                      <a:pt x="1510" y="24"/>
                    </a:lnTo>
                    <a:lnTo>
                      <a:pt x="1340" y="73"/>
                    </a:lnTo>
                    <a:lnTo>
                      <a:pt x="1169" y="122"/>
                    </a:lnTo>
                    <a:lnTo>
                      <a:pt x="1169" y="122"/>
                    </a:lnTo>
                    <a:lnTo>
                      <a:pt x="974" y="195"/>
                    </a:lnTo>
                    <a:lnTo>
                      <a:pt x="804" y="292"/>
                    </a:lnTo>
                    <a:lnTo>
                      <a:pt x="658" y="390"/>
                    </a:lnTo>
                    <a:lnTo>
                      <a:pt x="512" y="512"/>
                    </a:lnTo>
                    <a:lnTo>
                      <a:pt x="390" y="658"/>
                    </a:lnTo>
                    <a:lnTo>
                      <a:pt x="293" y="804"/>
                    </a:lnTo>
                    <a:lnTo>
                      <a:pt x="195" y="950"/>
                    </a:lnTo>
                    <a:lnTo>
                      <a:pt x="122" y="1120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" name="Google Shape;354;p11"/>
              <p:cNvSpPr/>
              <p:nvPr/>
            </p:nvSpPr>
            <p:spPr>
              <a:xfrm>
                <a:off x="5411925" y="5110925"/>
                <a:ext cx="188775" cy="189400"/>
              </a:xfrm>
              <a:custGeom>
                <a:rect b="b" l="l" r="r" t="t"/>
                <a:pathLst>
                  <a:path extrusionOk="0" fill="none" h="7576" w="7551">
                    <a:moveTo>
                      <a:pt x="0" y="3776"/>
                    </a:moveTo>
                    <a:lnTo>
                      <a:pt x="0" y="3776"/>
                    </a:lnTo>
                    <a:lnTo>
                      <a:pt x="25" y="3410"/>
                    </a:lnTo>
                    <a:lnTo>
                      <a:pt x="73" y="3021"/>
                    </a:lnTo>
                    <a:lnTo>
                      <a:pt x="171" y="2655"/>
                    </a:lnTo>
                    <a:lnTo>
                      <a:pt x="293" y="2314"/>
                    </a:lnTo>
                    <a:lnTo>
                      <a:pt x="463" y="1973"/>
                    </a:lnTo>
                    <a:lnTo>
                      <a:pt x="658" y="1681"/>
                    </a:lnTo>
                    <a:lnTo>
                      <a:pt x="877" y="1389"/>
                    </a:lnTo>
                    <a:lnTo>
                      <a:pt x="1121" y="1121"/>
                    </a:lnTo>
                    <a:lnTo>
                      <a:pt x="1389" y="877"/>
                    </a:lnTo>
                    <a:lnTo>
                      <a:pt x="1656" y="658"/>
                    </a:lnTo>
                    <a:lnTo>
                      <a:pt x="1973" y="463"/>
                    </a:lnTo>
                    <a:lnTo>
                      <a:pt x="2314" y="293"/>
                    </a:lnTo>
                    <a:lnTo>
                      <a:pt x="2655" y="171"/>
                    </a:lnTo>
                    <a:lnTo>
                      <a:pt x="3020" y="74"/>
                    </a:lnTo>
                    <a:lnTo>
                      <a:pt x="3386" y="25"/>
                    </a:lnTo>
                    <a:lnTo>
                      <a:pt x="3775" y="1"/>
                    </a:lnTo>
                    <a:lnTo>
                      <a:pt x="3775" y="1"/>
                    </a:lnTo>
                    <a:lnTo>
                      <a:pt x="4165" y="25"/>
                    </a:lnTo>
                    <a:lnTo>
                      <a:pt x="4555" y="74"/>
                    </a:lnTo>
                    <a:lnTo>
                      <a:pt x="4896" y="171"/>
                    </a:lnTo>
                    <a:lnTo>
                      <a:pt x="5261" y="293"/>
                    </a:lnTo>
                    <a:lnTo>
                      <a:pt x="5578" y="463"/>
                    </a:lnTo>
                    <a:lnTo>
                      <a:pt x="5894" y="658"/>
                    </a:lnTo>
                    <a:lnTo>
                      <a:pt x="6186" y="877"/>
                    </a:lnTo>
                    <a:lnTo>
                      <a:pt x="6454" y="1121"/>
                    </a:lnTo>
                    <a:lnTo>
                      <a:pt x="6698" y="1389"/>
                    </a:lnTo>
                    <a:lnTo>
                      <a:pt x="6917" y="1681"/>
                    </a:lnTo>
                    <a:lnTo>
                      <a:pt x="7112" y="1973"/>
                    </a:lnTo>
                    <a:lnTo>
                      <a:pt x="7258" y="2314"/>
                    </a:lnTo>
                    <a:lnTo>
                      <a:pt x="7404" y="2655"/>
                    </a:lnTo>
                    <a:lnTo>
                      <a:pt x="7477" y="3021"/>
                    </a:lnTo>
                    <a:lnTo>
                      <a:pt x="7550" y="3410"/>
                    </a:lnTo>
                    <a:lnTo>
                      <a:pt x="7550" y="3776"/>
                    </a:lnTo>
                    <a:lnTo>
                      <a:pt x="7550" y="3776"/>
                    </a:lnTo>
                    <a:lnTo>
                      <a:pt x="7550" y="4165"/>
                    </a:lnTo>
                    <a:lnTo>
                      <a:pt x="7477" y="4555"/>
                    </a:lnTo>
                    <a:lnTo>
                      <a:pt x="7404" y="4920"/>
                    </a:lnTo>
                    <a:lnTo>
                      <a:pt x="7258" y="5261"/>
                    </a:lnTo>
                    <a:lnTo>
                      <a:pt x="7112" y="5578"/>
                    </a:lnTo>
                    <a:lnTo>
                      <a:pt x="6917" y="5895"/>
                    </a:lnTo>
                    <a:lnTo>
                      <a:pt x="6698" y="6187"/>
                    </a:lnTo>
                    <a:lnTo>
                      <a:pt x="6454" y="6455"/>
                    </a:lnTo>
                    <a:lnTo>
                      <a:pt x="6186" y="6698"/>
                    </a:lnTo>
                    <a:lnTo>
                      <a:pt x="5894" y="6917"/>
                    </a:lnTo>
                    <a:lnTo>
                      <a:pt x="5578" y="7112"/>
                    </a:lnTo>
                    <a:lnTo>
                      <a:pt x="5261" y="7258"/>
                    </a:lnTo>
                    <a:lnTo>
                      <a:pt x="4896" y="7405"/>
                    </a:lnTo>
                    <a:lnTo>
                      <a:pt x="4555" y="7478"/>
                    </a:lnTo>
                    <a:lnTo>
                      <a:pt x="4165" y="7551"/>
                    </a:lnTo>
                    <a:lnTo>
                      <a:pt x="3775" y="7575"/>
                    </a:lnTo>
                    <a:lnTo>
                      <a:pt x="3775" y="7575"/>
                    </a:lnTo>
                    <a:lnTo>
                      <a:pt x="3386" y="7551"/>
                    </a:lnTo>
                    <a:lnTo>
                      <a:pt x="3020" y="7478"/>
                    </a:lnTo>
                    <a:lnTo>
                      <a:pt x="2655" y="7405"/>
                    </a:lnTo>
                    <a:lnTo>
                      <a:pt x="2314" y="7258"/>
                    </a:lnTo>
                    <a:lnTo>
                      <a:pt x="1973" y="7112"/>
                    </a:lnTo>
                    <a:lnTo>
                      <a:pt x="1656" y="6917"/>
                    </a:lnTo>
                    <a:lnTo>
                      <a:pt x="1389" y="6698"/>
                    </a:lnTo>
                    <a:lnTo>
                      <a:pt x="1121" y="6455"/>
                    </a:lnTo>
                    <a:lnTo>
                      <a:pt x="877" y="6187"/>
                    </a:lnTo>
                    <a:lnTo>
                      <a:pt x="658" y="5895"/>
                    </a:lnTo>
                    <a:lnTo>
                      <a:pt x="463" y="5578"/>
                    </a:lnTo>
                    <a:lnTo>
                      <a:pt x="293" y="5261"/>
                    </a:lnTo>
                    <a:lnTo>
                      <a:pt x="171" y="4920"/>
                    </a:lnTo>
                    <a:lnTo>
                      <a:pt x="73" y="4555"/>
                    </a:lnTo>
                    <a:lnTo>
                      <a:pt x="25" y="4165"/>
                    </a:lnTo>
                    <a:lnTo>
                      <a:pt x="0" y="3776"/>
                    </a:lnTo>
                    <a:lnTo>
                      <a:pt x="0" y="3776"/>
                    </a:lnTo>
                    <a:close/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" name="Google Shape;355;p11"/>
              <p:cNvSpPr/>
              <p:nvPr/>
            </p:nvSpPr>
            <p:spPr>
              <a:xfrm>
                <a:off x="5367475" y="5025075"/>
                <a:ext cx="81600" cy="105975"/>
              </a:xfrm>
              <a:custGeom>
                <a:rect b="b" l="l" r="r" t="t"/>
                <a:pathLst>
                  <a:path extrusionOk="0" fill="none" h="4239" w="3264">
                    <a:moveTo>
                      <a:pt x="0" y="1"/>
                    </a:moveTo>
                    <a:lnTo>
                      <a:pt x="3264" y="4238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11"/>
              <p:cNvSpPr/>
              <p:nvPr/>
            </p:nvSpPr>
            <p:spPr>
              <a:xfrm>
                <a:off x="5567800" y="4999500"/>
                <a:ext cx="115100" cy="133975"/>
              </a:xfrm>
              <a:custGeom>
                <a:rect b="b" l="l" r="r" t="t"/>
                <a:pathLst>
                  <a:path extrusionOk="0" fill="none" h="5359" w="4604">
                    <a:moveTo>
                      <a:pt x="0" y="5359"/>
                    </a:moveTo>
                    <a:lnTo>
                      <a:pt x="4603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11"/>
              <p:cNvSpPr/>
              <p:nvPr/>
            </p:nvSpPr>
            <p:spPr>
              <a:xfrm>
                <a:off x="5600075" y="5217475"/>
                <a:ext cx="127275" cy="16475"/>
              </a:xfrm>
              <a:custGeom>
                <a:rect b="b" l="l" r="r" t="t"/>
                <a:pathLst>
                  <a:path extrusionOk="0" fill="none" h="659" w="5091">
                    <a:moveTo>
                      <a:pt x="5090" y="658"/>
                    </a:moveTo>
                    <a:lnTo>
                      <a:pt x="0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11"/>
              <p:cNvSpPr/>
              <p:nvPr/>
            </p:nvSpPr>
            <p:spPr>
              <a:xfrm>
                <a:off x="5497775" y="5299675"/>
                <a:ext cx="4900" cy="126675"/>
              </a:xfrm>
              <a:custGeom>
                <a:rect b="b" l="l" r="r" t="t"/>
                <a:pathLst>
                  <a:path extrusionOk="0" fill="none" h="5067" w="196">
                    <a:moveTo>
                      <a:pt x="0" y="5067"/>
                    </a:moveTo>
                    <a:lnTo>
                      <a:pt x="195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11"/>
              <p:cNvSpPr/>
              <p:nvPr/>
            </p:nvSpPr>
            <p:spPr>
              <a:xfrm>
                <a:off x="5277975" y="5241825"/>
                <a:ext cx="141275" cy="58500"/>
              </a:xfrm>
              <a:custGeom>
                <a:rect b="b" l="l" r="r" t="t"/>
                <a:pathLst>
                  <a:path extrusionOk="0" fill="none" h="2340" w="5651">
                    <a:moveTo>
                      <a:pt x="0" y="2339"/>
                    </a:moveTo>
                    <a:lnTo>
                      <a:pt x="5651" y="1"/>
                    </a:lnTo>
                  </a:path>
                </a:pathLst>
              </a:custGeom>
              <a:noFill/>
              <a:ln cap="rnd" cmpd="sng" w="2857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0" name="Google Shape;360;p11"/>
          <p:cNvSpPr txBox="1"/>
          <p:nvPr>
            <p:ph type="title"/>
          </p:nvPr>
        </p:nvSpPr>
        <p:spPr>
          <a:xfrm>
            <a:off x="838199" y="365125"/>
            <a:ext cx="10892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Passing Functions as an Input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Passing Functions as Function Input</a:t>
            </a:r>
            <a:endParaRPr/>
          </a:p>
        </p:txBody>
      </p:sp>
      <p:sp>
        <p:nvSpPr>
          <p:cNvPr id="366" name="Google Shape;366;p12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When we want some part of the function logic to be “defined” by an input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function caller can decide a part of the function logic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3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Passing Functions as Function Input</a:t>
            </a:r>
            <a:endParaRPr/>
          </a:p>
        </p:txBody>
      </p:sp>
      <p:sp>
        <p:nvSpPr>
          <p:cNvPr id="373" name="Google Shape;373;p13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86167" y="1995413"/>
            <a:ext cx="532447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3"/>
          <p:cNvSpPr txBox="1"/>
          <p:nvPr/>
        </p:nvSpPr>
        <p:spPr>
          <a:xfrm>
            <a:off x="0" y="0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Storing Function in a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6" name="Google Shape;37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1919425"/>
            <a:ext cx="5876566" cy="279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Passing Functions as Function Input</a:t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0" y="0"/>
            <a:ext cx="3000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</a:pPr>
            <a:r>
              <a:rPr b="0" i="0" lang="en-US" sz="2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Storing Function in a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222550" y="2656290"/>
            <a:ext cx="1224000" cy="400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noon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550" y="4555615"/>
            <a:ext cx="1224000" cy="400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noon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6" name="Google Shape;386;p14"/>
          <p:cNvGraphicFramePr/>
          <p:nvPr/>
        </p:nvGraphicFramePr>
        <p:xfrm>
          <a:off x="5474825" y="226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{FA8613B9-BED5-4AFC-B209-D6828E116FD7}</a:tableStyleId>
              </a:tblPr>
              <a:tblGrid>
                <a:gridCol w="1687650"/>
                <a:gridCol w="1687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Input Parameter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Value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Peter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greetingMethod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sayGoodMorning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87" name="Google Shape;387;p14"/>
          <p:cNvGraphicFramePr/>
          <p:nvPr/>
        </p:nvGraphicFramePr>
        <p:xfrm>
          <a:off x="5474825" y="416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{FA8613B9-BED5-4AFC-B209-D6828E116FD7}</a:tableStyleId>
              </a:tblPr>
              <a:tblGrid>
                <a:gridCol w="1687650"/>
                <a:gridCol w="1687650"/>
              </a:tblGrid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Input Parameter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Value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name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Peter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greetingMethod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sayHello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88" name="Google Shape;388;p14"/>
          <p:cNvSpPr txBox="1"/>
          <p:nvPr/>
        </p:nvSpPr>
        <p:spPr>
          <a:xfrm>
            <a:off x="1878975" y="2656290"/>
            <a:ext cx="3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greeting(sayGoodMorning, user1)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1878975" y="4555615"/>
            <a:ext cx="340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greeting(sayHello, user1)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6029825" y="1441850"/>
            <a:ext cx="2265300" cy="61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Inside greeting Function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9645600" y="1441850"/>
            <a:ext cx="2265300" cy="61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Actual Executed Code inside greeting Function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9687525" y="2656290"/>
            <a:ext cx="21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sayGoodMorning(name)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9645600" y="4555615"/>
            <a:ext cx="214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sayHello(name)</a:t>
            </a:r>
            <a:endParaRPr b="0" i="0" sz="14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94" name="Google Shape;394;p14"/>
          <p:cNvCxnSpPr/>
          <p:nvPr/>
        </p:nvCxnSpPr>
        <p:spPr>
          <a:xfrm>
            <a:off x="166900" y="2159925"/>
            <a:ext cx="1198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14"/>
          <p:cNvCxnSpPr/>
          <p:nvPr/>
        </p:nvCxnSpPr>
        <p:spPr>
          <a:xfrm>
            <a:off x="1753200" y="1430625"/>
            <a:ext cx="0" cy="406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6" name="Google Shape;396;p14"/>
          <p:cNvSpPr txBox="1"/>
          <p:nvPr/>
        </p:nvSpPr>
        <p:spPr>
          <a:xfrm>
            <a:off x="2451075" y="1441850"/>
            <a:ext cx="2265300" cy="615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Main Function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(right hand side)</a:t>
            </a:r>
            <a:endParaRPr b="1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5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/>
              <a:t>Why do we want to have functions as input?</a:t>
            </a:r>
            <a:endParaRPr sz="4000"/>
          </a:p>
        </p:txBody>
      </p:sp>
      <p:sp>
        <p:nvSpPr>
          <p:cNvPr id="402" name="Google Shape;402;p15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5"/>
          <p:cNvSpPr txBox="1"/>
          <p:nvPr>
            <p:ph idx="1" type="body"/>
          </p:nvPr>
        </p:nvSpPr>
        <p:spPr>
          <a:xfrm>
            <a:off x="1072662" y="1825625"/>
            <a:ext cx="10281000" cy="3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To have different handling after executing the main logic in a function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Example: If I have an "add" function, after calculating the the sum, how to handle it?</a:t>
            </a:r>
            <a:endParaRPr sz="2400"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Print it out?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Update the user interface - web page?</a:t>
            </a:r>
            <a:endParaRPr/>
          </a:p>
          <a:p>
            <a:pPr indent="-3810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Store it in a file?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 in email?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Send in Whatsapp?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"/>
          <p:cNvSpPr txBox="1"/>
          <p:nvPr>
            <p:ph type="title"/>
          </p:nvPr>
        </p:nvSpPr>
        <p:spPr>
          <a:xfrm>
            <a:off x="1072662" y="365125"/>
            <a:ext cx="1028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000"/>
              <a:t>Why do we want to have functions as input?</a:t>
            </a:r>
            <a:endParaRPr sz="4000"/>
          </a:p>
        </p:txBody>
      </p:sp>
      <p:sp>
        <p:nvSpPr>
          <p:cNvPr id="409" name="Google Shape;409;p16"/>
          <p:cNvSpPr/>
          <p:nvPr/>
        </p:nvSpPr>
        <p:spPr>
          <a:xfrm rot="10800000">
            <a:off x="-12" y="5555555"/>
            <a:ext cx="12192012" cy="1325592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0" name="Google Shape;41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0749" y="2605225"/>
            <a:ext cx="573405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6"/>
          <p:cNvSpPr txBox="1"/>
          <p:nvPr/>
        </p:nvSpPr>
        <p:spPr>
          <a:xfrm>
            <a:off x="6241875" y="2032000"/>
            <a:ext cx="400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Different Use Case Scenarios:</a:t>
            </a:r>
            <a:endParaRPr b="1" i="0" sz="2000" u="none" cap="none" strike="noStrik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0" y="1690825"/>
            <a:ext cx="4264796" cy="35599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alentlabs ERB course Theme">
  <a:themeElements>
    <a:clrScheme name="TalentLabs">
      <a:dk1>
        <a:srgbClr val="3E4754"/>
      </a:dk1>
      <a:lt1>
        <a:srgbClr val="F0EFEE"/>
      </a:lt1>
      <a:dk2>
        <a:srgbClr val="3C607E"/>
      </a:dk2>
      <a:lt2>
        <a:srgbClr val="E6E6E6"/>
      </a:lt2>
      <a:accent1>
        <a:srgbClr val="5080A6"/>
      </a:accent1>
      <a:accent2>
        <a:srgbClr val="FFB182"/>
      </a:accent2>
      <a:accent3>
        <a:srgbClr val="FFBBC6"/>
      </a:accent3>
      <a:accent4>
        <a:srgbClr val="FBD590"/>
      </a:accent4>
      <a:accent5>
        <a:srgbClr val="77A8C9"/>
      </a:accent5>
      <a:accent6>
        <a:srgbClr val="C4E7AA"/>
      </a:accent6>
      <a:hlink>
        <a:srgbClr val="DABAA3"/>
      </a:hlink>
      <a:folHlink>
        <a:srgbClr val="77A8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