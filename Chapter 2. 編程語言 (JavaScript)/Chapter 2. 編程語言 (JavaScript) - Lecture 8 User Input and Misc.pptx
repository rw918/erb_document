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UotMOgXjUPFdjmn5YARC/VpeD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customschemas.google.com/relationships/presentationmetadata" Target="meta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9" name="Google Shape;49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0460880201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0460880201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30460880201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460880201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0460880201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30460880201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30460880201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30460880201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30460880201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0460880201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0460880201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30460880201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30460880201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30460880201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0460880201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0460880201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30460880201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0460880201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30460880201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30460880201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30460880201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30460880201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0460880201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0460880201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30460880201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30460880201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460880201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0460880201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460880201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0460880201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30460880201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460880201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0460880201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30460880201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30460880201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30460880201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460880201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0460880201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30460880201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30460880201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30460880201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0460880201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30460880201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30460880201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460880201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0460880201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30460880201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30460880201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30460880201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30460880201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0460880201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0460880201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30460880201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30460880201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30460880201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30460880201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460880201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0460880201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30460880201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30460880201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30460880201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460880201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0460880201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30460880201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30460880201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30460880201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0460880201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30460880201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0460880201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10310420" y="6331352"/>
            <a:ext cx="1704102" cy="41668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6605100" y="2344575"/>
            <a:ext cx="4739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Lecture 8</a:t>
            </a:r>
            <a:endParaRPr b="1" i="0" sz="4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124700" y="3774200"/>
            <a:ext cx="4219800" cy="14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User Input &amp; Misc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rgbClr val="F0EFE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205" y="756904"/>
            <a:ext cx="5508795" cy="550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265601" y="1478015"/>
            <a:ext cx="4073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Agenda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265601" y="2953265"/>
            <a:ext cx="4073400" cy="24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User Input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Libraries and npm modules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Handling User Input with prompt-sync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Structuring a Program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3"/>
          <p:cNvGrpSpPr/>
          <p:nvPr/>
        </p:nvGrpSpPr>
        <p:grpSpPr>
          <a:xfrm>
            <a:off x="8923224" y="3307131"/>
            <a:ext cx="2993315" cy="2620023"/>
            <a:chOff x="5259929" y="732609"/>
            <a:chExt cx="6557447" cy="5739679"/>
          </a:xfrm>
        </p:grpSpPr>
        <p:grpSp>
          <p:nvGrpSpPr>
            <p:cNvPr id="118" name="Google Shape;118;p3"/>
            <p:cNvGrpSpPr/>
            <p:nvPr/>
          </p:nvGrpSpPr>
          <p:grpSpPr>
            <a:xfrm rot="-819711">
              <a:off x="7170204" y="1966879"/>
              <a:ext cx="818239" cy="1067012"/>
              <a:chOff x="7135154" y="1236172"/>
              <a:chExt cx="818239" cy="1067012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7515757" y="1236172"/>
                <a:ext cx="437636" cy="579959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" name="Google Shape;120;p3"/>
              <p:cNvGrpSpPr/>
              <p:nvPr/>
            </p:nvGrpSpPr>
            <p:grpSpPr>
              <a:xfrm>
                <a:off x="7135154" y="1625666"/>
                <a:ext cx="791263" cy="677518"/>
                <a:chOff x="1934025" y="1001650"/>
                <a:chExt cx="415300" cy="355600"/>
              </a:xfrm>
            </p:grpSpPr>
            <p:sp>
              <p:nvSpPr>
                <p:cNvPr id="121" name="Google Shape;121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5" name="Google Shape;125;p3"/>
            <p:cNvSpPr/>
            <p:nvPr/>
          </p:nvSpPr>
          <p:spPr>
            <a:xfrm rot="859076">
              <a:off x="6902959" y="4365208"/>
              <a:ext cx="594943" cy="763617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 rot="-1283923">
              <a:off x="11027933" y="4691747"/>
              <a:ext cx="615998" cy="1067146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" name="Google Shape;127;p3"/>
            <p:cNvGrpSpPr/>
            <p:nvPr/>
          </p:nvGrpSpPr>
          <p:grpSpPr>
            <a:xfrm rot="929063">
              <a:off x="10666804" y="845475"/>
              <a:ext cx="970497" cy="919297"/>
              <a:chOff x="2583100" y="2973775"/>
              <a:chExt cx="461550" cy="437200"/>
            </a:xfrm>
          </p:grpSpPr>
          <p:sp>
            <p:nvSpPr>
              <p:cNvPr id="128" name="Google Shape;128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3"/>
            <p:cNvGrpSpPr/>
            <p:nvPr/>
          </p:nvGrpSpPr>
          <p:grpSpPr>
            <a:xfrm>
              <a:off x="5259929" y="5850591"/>
              <a:ext cx="836160" cy="621697"/>
              <a:chOff x="5247525" y="3007275"/>
              <a:chExt cx="517575" cy="384825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3"/>
            <p:cNvGrpSpPr/>
            <p:nvPr/>
          </p:nvGrpSpPr>
          <p:grpSpPr>
            <a:xfrm rot="-995547">
              <a:off x="8647518" y="3715003"/>
              <a:ext cx="874254" cy="717779"/>
              <a:chOff x="2599525" y="3688600"/>
              <a:chExt cx="428675" cy="351950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3"/>
            <p:cNvGrpSpPr/>
            <p:nvPr/>
          </p:nvGrpSpPr>
          <p:grpSpPr>
            <a:xfrm>
              <a:off x="10447576" y="3460793"/>
              <a:ext cx="688367" cy="688367"/>
              <a:chOff x="5941025" y="3634400"/>
              <a:chExt cx="467650" cy="467650"/>
            </a:xfrm>
          </p:grpSpPr>
          <p:sp>
            <p:nvSpPr>
              <p:cNvPr id="138" name="Google Shape;138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" name="Google Shape;144;p3"/>
            <p:cNvGrpSpPr/>
            <p:nvPr/>
          </p:nvGrpSpPr>
          <p:grpSpPr>
            <a:xfrm rot="-1150443">
              <a:off x="9034399" y="1570431"/>
              <a:ext cx="754931" cy="714873"/>
              <a:chOff x="5973900" y="318475"/>
              <a:chExt cx="401900" cy="380575"/>
            </a:xfrm>
          </p:grpSpPr>
          <p:sp>
            <p:nvSpPr>
              <p:cNvPr id="145" name="Google Shape;145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3"/>
            <p:cNvGrpSpPr/>
            <p:nvPr/>
          </p:nvGrpSpPr>
          <p:grpSpPr>
            <a:xfrm rot="-2485111">
              <a:off x="7686365" y="5449375"/>
              <a:ext cx="833869" cy="799904"/>
              <a:chOff x="5233525" y="4954450"/>
              <a:chExt cx="538275" cy="516350"/>
            </a:xfrm>
          </p:grpSpPr>
          <p:sp>
            <p:nvSpPr>
              <p:cNvPr id="160" name="Google Shape;160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1" name="Google Shape;171;p3"/>
          <p:cNvSpPr txBox="1"/>
          <p:nvPr>
            <p:ph type="title"/>
          </p:nvPr>
        </p:nvSpPr>
        <p:spPr>
          <a:xfrm>
            <a:off x="838199" y="365125"/>
            <a:ext cx="108922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Handling User Input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>
            <p:ph type="title"/>
          </p:nvPr>
        </p:nvSpPr>
        <p:spPr>
          <a:xfrm>
            <a:off x="1072662" y="365125"/>
            <a:ext cx="1028113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Input</a:t>
            </a:r>
            <a:endParaRPr/>
          </a:p>
        </p:txBody>
      </p:sp>
      <p:sp>
        <p:nvSpPr>
          <p:cNvPr id="177" name="Google Shape;177;p4"/>
          <p:cNvSpPr txBox="1"/>
          <p:nvPr>
            <p:ph idx="1" type="body"/>
          </p:nvPr>
        </p:nvSpPr>
        <p:spPr>
          <a:xfrm>
            <a:off x="1072662" y="1825625"/>
            <a:ext cx="10281138" cy="3486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It is very important to handle input in programs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Many types of input - from human (keyboard and mouse), from other system, from a file etc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Almost all systems or softwares will require some inputs</a:t>
            </a:r>
            <a:endParaRPr sz="2400"/>
          </a:p>
        </p:txBody>
      </p:sp>
      <p:sp>
        <p:nvSpPr>
          <p:cNvPr id="178" name="Google Shape;178;p4"/>
          <p:cNvSpPr/>
          <p:nvPr/>
        </p:nvSpPr>
        <p:spPr>
          <a:xfrm rot="10800000">
            <a:off x="0" y="5555582"/>
            <a:ext cx="12192000" cy="1325565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50" cy="221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Input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5"/>
          <p:cNvSpPr/>
          <p:nvPr/>
        </p:nvSpPr>
        <p:spPr>
          <a:xfrm>
            <a:off x="973325" y="2394150"/>
            <a:ext cx="2360700" cy="15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088125" y="2394150"/>
            <a:ext cx="2360700" cy="15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System/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Software/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8974325" y="2394150"/>
            <a:ext cx="2360700" cy="15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5"/>
          <p:cNvCxnSpPr>
            <a:stCxn id="187" idx="3"/>
            <a:endCxn id="188" idx="1"/>
          </p:cNvCxnSpPr>
          <p:nvPr/>
        </p:nvCxnSpPr>
        <p:spPr>
          <a:xfrm>
            <a:off x="3334025" y="3190950"/>
            <a:ext cx="1754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" name="Google Shape;191;p5"/>
          <p:cNvCxnSpPr>
            <a:endCxn id="189" idx="1"/>
          </p:cNvCxnSpPr>
          <p:nvPr/>
        </p:nvCxnSpPr>
        <p:spPr>
          <a:xfrm>
            <a:off x="7448825" y="3190950"/>
            <a:ext cx="1525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User Input</a:t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Come from mouse, keyboard, touch screen etc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For Node.js command line programs - we will use keyboard (as we all know, mouse won’t work in CMD)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E.g. I build a game, and users will need to input their “decisions” by keyboard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Number Guessing Game Example</a:t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>
            <p:ph idx="1" type="body"/>
          </p:nvPr>
        </p:nvSpPr>
        <p:spPr>
          <a:xfrm>
            <a:off x="1072662" y="15208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&gt; What’s your name?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Darren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&gt; Hello Darren, Let’s try to guess a number in my mind.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&gt; I have a number in my mind. It is between 0-100, guess it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50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&gt; It’s too large. Next guess?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25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&gt; It’s too small. Next guess?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37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" name="Google Shape;213;p8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14" name="Google Shape;214;p8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15" name="Google Shape;215;p8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6" name="Google Shape;216;p8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17" name="Google Shape;217;p8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8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8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" name="Google Shape;220;p8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21" name="Google Shape;221;p8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3" name="Google Shape;223;p8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24" name="Google Shape;224;p8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8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6" name="Google Shape;226;p8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27" name="Google Shape;227;p8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8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9" name="Google Shape;229;p8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30" name="Google Shape;230;p8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8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8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3" name="Google Shape;233;p8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34" name="Google Shape;234;p8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8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8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8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8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8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8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41" name="Google Shape;241;p8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8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8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8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8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8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8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8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8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8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8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8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8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8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8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56" name="Google Shape;256;p8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8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8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8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8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8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8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8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8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8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8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67" name="Google Shape;267;p8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Libraries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Libraries</a:t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 txBox="1"/>
          <p:nvPr>
            <p:ph idx="1" type="body"/>
          </p:nvPr>
        </p:nvSpPr>
        <p:spPr>
          <a:xfrm>
            <a:off x="1072662" y="15208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Programming language is really just a language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aka - there are no “features” built-in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Features means some commonly used code, functions, and utilities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reading user input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reading csv, jpg, xlsx, docx files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sending requests to server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drawing user interface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handling date and time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handling array and objects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Two types of libraries</a:t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 txBox="1"/>
          <p:nvPr>
            <p:ph idx="1" type="body"/>
          </p:nvPr>
        </p:nvSpPr>
        <p:spPr>
          <a:xfrm>
            <a:off x="1072662" y="15208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“packaged” libraries and modules - e.g. readline</a:t>
            </a:r>
            <a:endParaRPr/>
          </a:p>
        </p:txBody>
      </p:sp>
      <p:pic>
        <p:nvPicPr>
          <p:cNvPr id="282" name="Google Shape;28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6131" y="2300425"/>
            <a:ext cx="6828475" cy="25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0"/>
          <p:cNvSpPr/>
          <p:nvPr/>
        </p:nvSpPr>
        <p:spPr>
          <a:xfrm>
            <a:off x="6746125" y="2942350"/>
            <a:ext cx="2297700" cy="447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7055" y="2766188"/>
            <a:ext cx="5689883" cy="13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1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Two types of libraries</a:t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 txBox="1"/>
          <p:nvPr>
            <p:ph idx="1" type="body"/>
          </p:nvPr>
        </p:nvSpPr>
        <p:spPr>
          <a:xfrm>
            <a:off x="1072650" y="1520825"/>
            <a:ext cx="102810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“Open sourced” libraries and modules - e.g. handling arrays and objects </a:t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9521250" y="3508075"/>
            <a:ext cx="1832400" cy="5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11"/>
          <p:cNvPicPr preferRelativeResize="0"/>
          <p:nvPr/>
        </p:nvPicPr>
        <p:blipFill rotWithShape="1">
          <a:blip r:embed="rId4">
            <a:alphaModFix/>
          </a:blip>
          <a:srcRect b="25239" l="0" r="0" t="0"/>
          <a:stretch/>
        </p:blipFill>
        <p:spPr>
          <a:xfrm>
            <a:off x="119950" y="2457900"/>
            <a:ext cx="5967101" cy="450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How to find libraries?</a:t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4200" y="1843225"/>
            <a:ext cx="6324749" cy="3559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7" name="Google Shape;307;p13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308" name="Google Shape;308;p13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309" name="Google Shape;309;p13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0" name="Google Shape;310;p13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311" name="Google Shape;311;p1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1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15" name="Google Shape;315;p13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3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7" name="Google Shape;317;p13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18" name="Google Shape;318;p1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0" name="Google Shape;320;p13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321" name="Google Shape;321;p1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3" name="Google Shape;323;p13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324" name="Google Shape;324;p1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7" name="Google Shape;327;p13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328" name="Google Shape;328;p1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1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1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4" name="Google Shape;334;p13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335" name="Google Shape;335;p1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1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1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1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1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1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1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1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9" name="Google Shape;349;p13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350" name="Google Shape;350;p1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1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1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1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1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1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1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1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1" name="Google Shape;361;p13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Library for Handling User Input - prompt-sync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prompt-sync</a:t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 txBox="1"/>
          <p:nvPr>
            <p:ph idx="1" type="body"/>
          </p:nvPr>
        </p:nvSpPr>
        <p:spPr>
          <a:xfrm>
            <a:off x="1072662" y="15208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var prompt = require('prompt-sync')({sigint: true});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var name = prompt('What is your name?');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console.log(`Hey there ${name}`);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69" name="Google Shape;3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463" y="695325"/>
            <a:ext cx="11649075" cy="54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prompt-sync</a:t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 txBox="1"/>
          <p:nvPr/>
        </p:nvSpPr>
        <p:spPr>
          <a:xfrm rot="163838">
            <a:off x="1556515" y="2013230"/>
            <a:ext cx="3778290" cy="6003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install it?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5"/>
          <p:cNvSpPr txBox="1"/>
          <p:nvPr/>
        </p:nvSpPr>
        <p:spPr>
          <a:xfrm rot="1182170">
            <a:off x="6620858" y="3912591"/>
            <a:ext cx="3751538" cy="600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to download it?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5"/>
          <p:cNvSpPr txBox="1"/>
          <p:nvPr/>
        </p:nvSpPr>
        <p:spPr>
          <a:xfrm rot="-798367">
            <a:off x="7516533" y="1686433"/>
            <a:ext cx="3751409" cy="6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use it?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5"/>
          <p:cNvSpPr txBox="1"/>
          <p:nvPr/>
        </p:nvSpPr>
        <p:spPr>
          <a:xfrm>
            <a:off x="4239550" y="2590463"/>
            <a:ext cx="375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pay for it?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 rot="-915068">
            <a:off x="2401636" y="3460266"/>
            <a:ext cx="3778366" cy="6001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 own it?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npm</a:t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 txBox="1"/>
          <p:nvPr>
            <p:ph idx="1" type="body"/>
          </p:nvPr>
        </p:nvSpPr>
        <p:spPr>
          <a:xfrm>
            <a:off x="1072662" y="15208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package manager for JS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For installing open-source libraries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There are tons(i.e. millions) of libraries that can be used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For now, you only need to know how to install a library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npm install prompt-sync --save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all the install packages are </a:t>
            </a:r>
            <a:r>
              <a:rPr b="1" lang="en-US" sz="2400"/>
              <a:t>"local"</a:t>
            </a:r>
            <a:r>
              <a:rPr lang="en-US" sz="2400"/>
              <a:t> to that project</a:t>
            </a:r>
            <a:endParaRPr sz="2400"/>
          </a:p>
        </p:txBody>
      </p:sp>
      <p:pic>
        <p:nvPicPr>
          <p:cNvPr id="388" name="Google Shape;3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1325" y="3962374"/>
            <a:ext cx="3770100" cy="14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How do I install a library?</a:t>
            </a:r>
            <a:endParaRPr/>
          </a:p>
        </p:txBody>
      </p:sp>
      <p:sp>
        <p:nvSpPr>
          <p:cNvPr id="394" name="Google Shape;394;p17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 txBox="1"/>
          <p:nvPr>
            <p:ph idx="1" type="body"/>
          </p:nvPr>
        </p:nvSpPr>
        <p:spPr>
          <a:xfrm>
            <a:off x="1072662" y="15208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Step 1 (only run once for each project): 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&gt; npm init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(It will ask you a series of questions, and generate a "npm project file”, named as package.json)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Step 2 (actually installing the library):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&gt; npm install &lt;library name&gt; --save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6" name="Google Shape;3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7850" y="3397825"/>
            <a:ext cx="1776000" cy="20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8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prompt-sync</a:t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500" y="2230675"/>
            <a:ext cx="11038500" cy="176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8"/>
          <p:cNvSpPr txBox="1"/>
          <p:nvPr/>
        </p:nvSpPr>
        <p:spPr>
          <a:xfrm>
            <a:off x="8271000" y="1576375"/>
            <a:ext cx="2565000" cy="40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 the Library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" name="Google Shape;405;p18"/>
          <p:cNvCxnSpPr>
            <a:endCxn id="404" idx="1"/>
          </p:cNvCxnSpPr>
          <p:nvPr/>
        </p:nvCxnSpPr>
        <p:spPr>
          <a:xfrm flipH="1" rot="10800000">
            <a:off x="7173600" y="1776475"/>
            <a:ext cx="1097400" cy="46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6" name="Google Shape;406;p18"/>
          <p:cNvSpPr txBox="1"/>
          <p:nvPr/>
        </p:nvSpPr>
        <p:spPr>
          <a:xfrm>
            <a:off x="8481525" y="3557575"/>
            <a:ext cx="3116400" cy="400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Prompting the user with a sentence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p18"/>
          <p:cNvCxnSpPr>
            <a:endCxn id="406" idx="1"/>
          </p:cNvCxnSpPr>
          <p:nvPr/>
        </p:nvCxnSpPr>
        <p:spPr>
          <a:xfrm>
            <a:off x="7004025" y="3502075"/>
            <a:ext cx="1477500" cy="2556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8" name="Google Shape;408;p18"/>
          <p:cNvSpPr txBox="1"/>
          <p:nvPr/>
        </p:nvSpPr>
        <p:spPr>
          <a:xfrm>
            <a:off x="6805125" y="4319575"/>
            <a:ext cx="3116400" cy="40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Handle the User Input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18"/>
          <p:cNvCxnSpPr>
            <a:endCxn id="408" idx="1"/>
          </p:cNvCxnSpPr>
          <p:nvPr/>
        </p:nvCxnSpPr>
        <p:spPr>
          <a:xfrm>
            <a:off x="5507325" y="3940975"/>
            <a:ext cx="1297800" cy="57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Be aware of numbers</a:t>
            </a:r>
            <a:endParaRPr/>
          </a:p>
        </p:txBody>
      </p:sp>
      <p:sp>
        <p:nvSpPr>
          <p:cNvPr id="415" name="Google Shape;415;p19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6" name="Google Shape;4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690825"/>
            <a:ext cx="8210550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9"/>
          <p:cNvSpPr/>
          <p:nvPr/>
        </p:nvSpPr>
        <p:spPr>
          <a:xfrm>
            <a:off x="1097475" y="4749100"/>
            <a:ext cx="2564100" cy="7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 8 will print out “You will be 10 years old”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9"/>
          <p:cNvSpPr/>
          <p:nvPr/>
        </p:nvSpPr>
        <p:spPr>
          <a:xfrm>
            <a:off x="7803075" y="4596700"/>
            <a:ext cx="2564100" cy="7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 9 will print out “You will be 91 years old”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" name="Google Shape;419;p19"/>
          <p:cNvCxnSpPr/>
          <p:nvPr/>
        </p:nvCxnSpPr>
        <p:spPr>
          <a:xfrm rot="5400000">
            <a:off x="1466675" y="4190475"/>
            <a:ext cx="808200" cy="329100"/>
          </a:xfrm>
          <a:prstGeom prst="curvedConnector3">
            <a:avLst>
              <a:gd fmla="val 864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0" name="Google Shape;420;p19"/>
          <p:cNvCxnSpPr>
            <a:endCxn id="418" idx="3"/>
          </p:cNvCxnSpPr>
          <p:nvPr/>
        </p:nvCxnSpPr>
        <p:spPr>
          <a:xfrm flipH="1" rot="-5400000">
            <a:off x="9961425" y="4565050"/>
            <a:ext cx="720600" cy="90900"/>
          </a:xfrm>
          <a:prstGeom prst="curvedConnector4">
            <a:avLst>
              <a:gd fmla="val 8313" name="adj1"/>
              <a:gd fmla="val 361964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0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0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7" name="Google Shape;427;p20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428" name="Google Shape;428;p20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429" name="Google Shape;429;p20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30" name="Google Shape;430;p20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431" name="Google Shape;431;p20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" name="Google Shape;432;p20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3" name="Google Shape;433;p20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4" name="Google Shape;434;p20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35" name="Google Shape;435;p20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20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7" name="Google Shape;437;p20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438" name="Google Shape;438;p20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20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0" name="Google Shape;440;p20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441" name="Google Shape;441;p20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20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3" name="Google Shape;443;p20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444" name="Google Shape;444;p20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20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20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7" name="Google Shape;447;p20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448" name="Google Shape;448;p20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20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20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20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20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20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4" name="Google Shape;454;p20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455" name="Google Shape;455;p20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20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20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20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20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20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20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20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20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20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20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20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20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20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9" name="Google Shape;469;p20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470" name="Google Shape;470;p20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20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20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20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20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20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20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20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20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1" name="Google Shape;481;p20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How to structure a simple program?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1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Number Guessing Game Example</a:t>
            </a:r>
            <a:endParaRPr/>
          </a:p>
        </p:txBody>
      </p:sp>
      <p:sp>
        <p:nvSpPr>
          <p:cNvPr id="487" name="Google Shape;487;p21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 txBox="1"/>
          <p:nvPr>
            <p:ph idx="1" type="body"/>
          </p:nvPr>
        </p:nvSpPr>
        <p:spPr>
          <a:xfrm>
            <a:off x="1072662" y="15208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&gt; What’s your name?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Darren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&gt; Hello Darren, Let’s try to guess a number in my mind.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&gt; I have a number in my mind. It is between 0-100, guess it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50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&gt; It’s too large. Next guess?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25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&gt; It’s too small. Next guess?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37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2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4" name="Google Shape;4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136" y="4038467"/>
            <a:ext cx="2933798" cy="2933798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22"/>
          <p:cNvSpPr txBox="1"/>
          <p:nvPr>
            <p:ph type="title"/>
          </p:nvPr>
        </p:nvSpPr>
        <p:spPr>
          <a:xfrm>
            <a:off x="3167934" y="365125"/>
            <a:ext cx="818586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Steps</a:t>
            </a:r>
            <a:endParaRPr/>
          </a:p>
        </p:txBody>
      </p:sp>
      <p:sp>
        <p:nvSpPr>
          <p:cNvPr id="496" name="Google Shape;496;p22"/>
          <p:cNvSpPr txBox="1"/>
          <p:nvPr>
            <p:ph idx="1" type="body"/>
          </p:nvPr>
        </p:nvSpPr>
        <p:spPr>
          <a:xfrm>
            <a:off x="3167934" y="1825625"/>
            <a:ext cx="818586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/>
              <a:t>Think about what’s the process (from start to end), you can also use flow chart to help you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Layout the key steps in english/comments in your code.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Write the code and test it in small chunk</a:t>
            </a:r>
            <a:endParaRPr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3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2" name="Google Shape;5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136" y="4038467"/>
            <a:ext cx="2933798" cy="2933798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3"/>
          <p:cNvSpPr txBox="1"/>
          <p:nvPr>
            <p:ph type="title"/>
          </p:nvPr>
        </p:nvSpPr>
        <p:spPr>
          <a:xfrm>
            <a:off x="3167934" y="3651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Assignment 9</a:t>
            </a:r>
            <a:endParaRPr/>
          </a:p>
        </p:txBody>
      </p:sp>
      <p:sp>
        <p:nvSpPr>
          <p:cNvPr id="504" name="Google Shape;504;p23"/>
          <p:cNvSpPr txBox="1"/>
          <p:nvPr>
            <p:ph idx="1" type="body"/>
          </p:nvPr>
        </p:nvSpPr>
        <p:spPr>
          <a:xfrm>
            <a:off x="3167934" y="1825625"/>
            <a:ext cx="8185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000"/>
              <a:t>To build a “number guessing” game</a:t>
            </a:r>
            <a:endParaRPr b="1"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This time, I will do the step 1 for you (also step 2 in the code skeleton):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The program flow should be: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generate a number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keep asking user to “guess”</a:t>
            </a:r>
            <a:endParaRPr sz="2000"/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on each guess, tell the user if the number is too big or too small</a:t>
            </a:r>
            <a:endParaRPr sz="2000"/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if the “guess” is correct, then tell user that they win.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Bonus Point: after telling user that they win - start another game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