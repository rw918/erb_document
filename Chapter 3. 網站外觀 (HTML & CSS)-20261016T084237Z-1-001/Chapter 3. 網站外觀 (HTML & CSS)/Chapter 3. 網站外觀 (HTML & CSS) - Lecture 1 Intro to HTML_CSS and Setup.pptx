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y7QuUyfkTRcP3CC9RvCt66vgR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5f7c62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5f7c62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5f7c62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5f7c62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5f7c62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5f7c62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5f7c62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5f7c62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5f7c62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5f7c62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5f7c62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5f7c62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5f7c62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5f7c62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5f7c62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5f7c62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5f7c62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5f7c62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5f7c62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5f7c62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5f7c62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5f7c62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5f7c62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5f7c62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5f7c62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5f7c62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5f7c62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5f7c62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5f7c62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5f7c62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5f7c62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5f7c62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5f7c62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5f7c62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5f7c62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5f7c62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5f7c62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5f7c62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5f7c62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5f7c62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5f7c62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5f7c62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5f7c62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5f7c62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5f7c62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5f7c62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5f7c62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5f7c62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5f7c62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5f7c62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5f7c62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5f7c62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5f7c62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5f7c62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5f7c62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5f7c62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5f7c62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5f7c62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5f7c62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5f7c62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5f7c62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5f7c62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5f7c62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5f7c62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5f7c62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5f7c62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5f7c6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5f7c6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5f7c62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72875" y="2344575"/>
            <a:ext cx="4471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1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6634850" y="3774200"/>
            <a:ext cx="47097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 to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HTML/CSS and Setup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798975"/>
            <a:ext cx="3731400" cy="1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 to HTML/CSS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Setting up Local Environment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2"/>
          <p:cNvCxnSpPr/>
          <p:nvPr/>
        </p:nvCxnSpPr>
        <p:spPr>
          <a:xfrm>
            <a:off x="7394800" y="5102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Intro to HTML / CSS</a:t>
            </a:r>
            <a:endParaRPr b="1"/>
          </a:p>
        </p:txBody>
      </p:sp>
      <p:grpSp>
        <p:nvGrpSpPr>
          <p:cNvPr id="120" name="Google Shape;120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1" name="Google Shape;121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2" name="Google Shape;122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" name="Google Shape;123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4" name="Google Shape;124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7" name="Google Shape;127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8" name="Google Shape;128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" name="Google Shape;130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" name="Google Shape;133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4" name="Google Shape;134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8" name="Google Shape;148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3" name="Google Shape;163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 rot="5400000">
            <a:off x="-1767525" y="1751100"/>
            <a:ext cx="6858000" cy="3355800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136" y="4038467"/>
            <a:ext cx="2933798" cy="29337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>
            <p:ph idx="1" type="body"/>
          </p:nvPr>
        </p:nvSpPr>
        <p:spPr>
          <a:xfrm>
            <a:off x="3565900" y="1967125"/>
            <a:ext cx="8185800" cy="3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HTML stands for Hyper Text Markup Language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HTML is the standard language for creating Web pages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HTML describes the structure of a Web page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HTML consists of a series of elements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HTML elements tell the browser how to display the content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975" y="365125"/>
            <a:ext cx="900300" cy="9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>
            <p:ph type="title"/>
          </p:nvPr>
        </p:nvSpPr>
        <p:spPr>
          <a:xfrm>
            <a:off x="445612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Basic Intro to HTML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 rot="5400000">
            <a:off x="-1767525" y="1751100"/>
            <a:ext cx="6858000" cy="3355800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856" y="4711373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 txBox="1"/>
          <p:nvPr>
            <p:ph type="title"/>
          </p:nvPr>
        </p:nvSpPr>
        <p:spPr>
          <a:xfrm>
            <a:off x="466367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Basic Structure of HTML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975" y="365125"/>
            <a:ext cx="900300" cy="9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3414975" y="1787900"/>
            <a:ext cx="3112800" cy="4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!DOCTYPE</a:t>
            </a:r>
            <a:r>
              <a:rPr lang="en-US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html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Page Title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/title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/head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 First Heading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 first paragraph.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/body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400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/html</a:t>
            </a:r>
            <a:r>
              <a:rPr lang="en-US" sz="1400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6358025" y="1787900"/>
            <a:ext cx="5557800" cy="4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&lt;!DOCTYPE html&gt;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declaration defines that this document is an HTML5 document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&lt;html&gt;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element is the root element of an HTML page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&lt;head&gt;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element contains meta information about the HTML page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&lt;title&gt;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element specifies a title for the HTML page (which is shown in the browser's title bar or in the page's tab)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&lt;body&gt;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element defines the document's body, and is a container for all the visible contents, such as headings, paragraphs, images, hyperlinks, tables, lists, etc.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 flipH="1">
            <a:off x="7734900" y="1950"/>
            <a:ext cx="72378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>
            <p:ph idx="1" type="body"/>
          </p:nvPr>
        </p:nvSpPr>
        <p:spPr>
          <a:xfrm>
            <a:off x="838200" y="1825625"/>
            <a:ext cx="6331200" cy="4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60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50"/>
              <a:buFont typeface="Arial"/>
              <a:buChar char="•"/>
            </a:pPr>
            <a:r>
              <a:rPr lang="en-US" sz="1850">
                <a:latin typeface="Arial"/>
                <a:ea typeface="Arial"/>
                <a:cs typeface="Arial"/>
                <a:sym typeface="Arial"/>
              </a:rPr>
              <a:t>CSS is the language we use to style an HTML document.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50"/>
              <a:buFont typeface="Arial"/>
              <a:buChar char="•"/>
            </a:pPr>
            <a:r>
              <a:rPr lang="en-US" sz="1850">
                <a:latin typeface="Arial"/>
                <a:ea typeface="Arial"/>
                <a:cs typeface="Arial"/>
                <a:sym typeface="Arial"/>
              </a:rPr>
              <a:t>CSS describes how HTML elements should be displayed.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50"/>
              <a:buFont typeface="Arial"/>
              <a:buChar char="•"/>
            </a:pPr>
            <a:r>
              <a:rPr lang="en-US" sz="1850">
                <a:latin typeface="Arial"/>
                <a:ea typeface="Arial"/>
                <a:cs typeface="Arial"/>
                <a:sym typeface="Arial"/>
              </a:rPr>
              <a:t>We can beautify a page, change the colour, text size, text style, change the structure of components etc.</a:t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50"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50"/>
              <a:buFont typeface="Arial"/>
              <a:buChar char="•"/>
            </a:pPr>
            <a:r>
              <a:rPr lang="en-US" sz="1850">
                <a:latin typeface="Arial"/>
                <a:ea typeface="Arial"/>
                <a:cs typeface="Arial"/>
                <a:sym typeface="Arial"/>
              </a:rPr>
              <a:t>We will be learning CSS in the later modules. As for now, just be aware that it is used to style web pages.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500" y="2119825"/>
            <a:ext cx="1856349" cy="261834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>
            <p:ph type="title"/>
          </p:nvPr>
        </p:nvSpPr>
        <p:spPr>
          <a:xfrm>
            <a:off x="125317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CSS?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Setting Up Your Local Environment</a:t>
            </a:r>
            <a:endParaRPr b="1"/>
          </a:p>
        </p:txBody>
      </p:sp>
      <p:grpSp>
        <p:nvGrpSpPr>
          <p:cNvPr id="207" name="Google Shape;207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08" name="Google Shape;208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09" name="Google Shape;209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" name="Google Shape;210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11" name="Google Shape;211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" name="Google Shape;214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5" name="Google Shape;215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" name="Google Shape;217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0" name="Google Shape;220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21" name="Google Shape;221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28" name="Google Shape;228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" name="Google Shape;234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5" name="Google Shape;235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50" name="Google Shape;250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 flipH="1">
            <a:off x="7734900" y="1950"/>
            <a:ext cx="72378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>
            <p:ph idx="1" type="body"/>
          </p:nvPr>
        </p:nvSpPr>
        <p:spPr>
          <a:xfrm>
            <a:off x="838200" y="1486025"/>
            <a:ext cx="6436500" cy="4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Visual Studio Code is a lightweight but powerful source code editor which runs on your desktop.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is available for Windows, macOS and Linux.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is a small download so you can install it in a matter of minutes and get into coding quick and easy.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In the Stack Overflow 2021 Developer Survey, Visual Studio Code was ranked the most popular developer environment tool, with 70% of 82,000 respondents reporting that they use it.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9625" y="2204325"/>
            <a:ext cx="2449349" cy="24493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 txBox="1"/>
          <p:nvPr>
            <p:ph type="title"/>
          </p:nvPr>
        </p:nvSpPr>
        <p:spPr>
          <a:xfrm>
            <a:off x="125317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VS Code?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 flipH="1">
            <a:off x="7734900" y="1950"/>
            <a:ext cx="72378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>
            <p:ph idx="1" type="body"/>
          </p:nvPr>
        </p:nvSpPr>
        <p:spPr>
          <a:xfrm>
            <a:off x="838200" y="1410550"/>
            <a:ext cx="6519900" cy="52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Prettier is a VS Code Extension that can be found in the marketplace section in VS Code.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is a code formatter, which essentially means that it restructures our code.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We often write messy code (inconsistent spaces, unorganized) that is very difficult to read. Prettier solves this problem by “beautifying” it.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has over 15 million downloads in VS Code marketplace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1750" y="2260313"/>
            <a:ext cx="2341075" cy="234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>
            <p:ph type="title"/>
          </p:nvPr>
        </p:nvSpPr>
        <p:spPr>
          <a:xfrm>
            <a:off x="125317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Prettier?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 flipH="1">
            <a:off x="7734900" y="1950"/>
            <a:ext cx="72378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>
            <p:ph type="title"/>
          </p:nvPr>
        </p:nvSpPr>
        <p:spPr>
          <a:xfrm>
            <a:off x="1253175" y="365125"/>
            <a:ext cx="6613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Live Server?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 txBox="1"/>
          <p:nvPr>
            <p:ph idx="1" type="body"/>
          </p:nvPr>
        </p:nvSpPr>
        <p:spPr>
          <a:xfrm>
            <a:off x="838200" y="1598500"/>
            <a:ext cx="651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Similar to Prettier, Live Server is an Extension that can be found in the marketplace section in VS Code.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Live server is a local development server.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essentially reloads/refreshes the page every time we make changes to our HTML document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This saves a lot of time since we do not need to refresh the page manually. Live server automatically does it for us.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0"/>
          <p:cNvPicPr preferRelativeResize="0"/>
          <p:nvPr/>
        </p:nvPicPr>
        <p:blipFill rotWithShape="1">
          <a:blip r:embed="rId3">
            <a:alphaModFix/>
          </a:blip>
          <a:srcRect b="13981" l="13201" r="14460" t="24316"/>
          <a:stretch/>
        </p:blipFill>
        <p:spPr>
          <a:xfrm>
            <a:off x="9519325" y="2343975"/>
            <a:ext cx="2436125" cy="20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 flipH="1">
            <a:off x="7734900" y="1950"/>
            <a:ext cx="7237800" cy="6854100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>
            <p:ph type="title"/>
          </p:nvPr>
        </p:nvSpPr>
        <p:spPr>
          <a:xfrm>
            <a:off x="665367" y="2974089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