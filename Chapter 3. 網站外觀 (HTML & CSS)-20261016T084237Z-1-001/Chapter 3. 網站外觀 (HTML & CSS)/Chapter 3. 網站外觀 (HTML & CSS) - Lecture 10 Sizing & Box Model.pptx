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YFFTSv1BxqFZemd2EPckKY4Zp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d3ad8d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d3ad8d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d3ad8d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d3ad8d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d3ad8d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d3ad8d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d3ad8d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d3ad8d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d3ad8d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d3ad8d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d3ad8d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d3ad8d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d3ad8d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d3ad8d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d3ad8d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d3ad8d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d3ad8d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d3ad8d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d3ad8d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d3ad8d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d3ad8d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d3ad8d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d3ad8d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d3ad8d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d3ad8d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d3ad8d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d3ad8d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d3ad8d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d3ad8d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d3ad8d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d3ad8d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d3ad8d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d3ad8d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d3ad8d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d3ad8d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d3ad8d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d3ad8d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d3ad8d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d3ad8d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d3ad8d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d3ad8d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d3ad8d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d3ad8d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d3ad8d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d3ad8d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d3ad8d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d3ad8d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d3ad8d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d3ad8d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d3ad8d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d3ad8d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d3ad8d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d3ad8d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d3ad8d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d3ad8d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d3ad8d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d3ad8d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d3ad8d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d3ad8d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d3ad8d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d3ad8d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d3ad8d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d3ad8d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d3ad8d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d3ad8d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d3ad8d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d3ad8d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d3ad8d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d3ad8d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952550" y="2344575"/>
            <a:ext cx="4374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10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Sizing &amp; Box Model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635200"/>
            <a:ext cx="45201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Height/Width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Box Model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Height/Width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0" name="Google Shape;120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" name="Google Shape;122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3" name="Google Shape;123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7" name="Google Shape;127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" name="Google Shape;129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0" name="Google Shape;130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>
            <p:ph type="title"/>
          </p:nvPr>
        </p:nvSpPr>
        <p:spPr>
          <a:xfrm>
            <a:off x="2880109" y="978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Height/Width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1862775" y="2879650"/>
            <a:ext cx="40041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7677575" y="2879650"/>
            <a:ext cx="3490200" cy="143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100%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30px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4"/>
          <p:cNvCxnSpPr/>
          <p:nvPr/>
        </p:nvCxnSpPr>
        <p:spPr>
          <a:xfrm flipH="1">
            <a:off x="8279375" y="3967700"/>
            <a:ext cx="371700" cy="7722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4"/>
          <p:cNvSpPr txBox="1"/>
          <p:nvPr/>
        </p:nvSpPr>
        <p:spPr>
          <a:xfrm>
            <a:off x="1690650" y="1351650"/>
            <a:ext cx="658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width/height for HTML elements.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Either in pixels, or in percentage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Percentage is relative to the container.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862775" y="2473450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7677575" y="2473450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4"/>
          <p:cNvCxnSpPr/>
          <p:nvPr/>
        </p:nvCxnSpPr>
        <p:spPr>
          <a:xfrm flipH="1" rot="10800000">
            <a:off x="2011875" y="5827950"/>
            <a:ext cx="8655300" cy="1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" name="Google Shape;186;p4"/>
          <p:cNvSpPr txBox="1"/>
          <p:nvPr/>
        </p:nvSpPr>
        <p:spPr>
          <a:xfrm>
            <a:off x="5336100" y="5912000"/>
            <a:ext cx="16584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100%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4"/>
          <p:cNvCxnSpPr/>
          <p:nvPr/>
        </p:nvCxnSpPr>
        <p:spPr>
          <a:xfrm flipH="1">
            <a:off x="10910325" y="5024000"/>
            <a:ext cx="21300" cy="5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4"/>
          <p:cNvSpPr txBox="1"/>
          <p:nvPr/>
        </p:nvSpPr>
        <p:spPr>
          <a:xfrm>
            <a:off x="11025675" y="5067238"/>
            <a:ext cx="6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30px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825" y="4912800"/>
            <a:ext cx="89344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>
            <p:ph type="title"/>
          </p:nvPr>
        </p:nvSpPr>
        <p:spPr>
          <a:xfrm>
            <a:off x="26345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Half Width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862775" y="2592175"/>
            <a:ext cx="40041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7677575" y="2592175"/>
            <a:ext cx="3490200" cy="11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50%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30px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2007800" y="1480125"/>
            <a:ext cx="92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the difference when we set the width to 50% of the container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5"/>
          <p:cNvCxnSpPr/>
          <p:nvPr/>
        </p:nvCxnSpPr>
        <p:spPr>
          <a:xfrm>
            <a:off x="2007800" y="5548400"/>
            <a:ext cx="4215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" name="Google Shape;200;p5"/>
          <p:cNvSpPr txBox="1"/>
          <p:nvPr/>
        </p:nvSpPr>
        <p:spPr>
          <a:xfrm>
            <a:off x="2810150" y="5548400"/>
            <a:ext cx="26106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50%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18627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76775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775" y="4598600"/>
            <a:ext cx="8896350" cy="79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5"/>
          <p:cNvCxnSpPr/>
          <p:nvPr/>
        </p:nvCxnSpPr>
        <p:spPr>
          <a:xfrm>
            <a:off x="6537175" y="4713838"/>
            <a:ext cx="17100" cy="5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" name="Google Shape;205;p5"/>
          <p:cNvCxnSpPr/>
          <p:nvPr/>
        </p:nvCxnSpPr>
        <p:spPr>
          <a:xfrm flipH="1">
            <a:off x="7214525" y="3576238"/>
            <a:ext cx="1214100" cy="12243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p5"/>
          <p:cNvSpPr txBox="1"/>
          <p:nvPr/>
        </p:nvSpPr>
        <p:spPr>
          <a:xfrm>
            <a:off x="6655425" y="4793788"/>
            <a:ext cx="6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30px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>
            <p:ph type="title"/>
          </p:nvPr>
        </p:nvSpPr>
        <p:spPr>
          <a:xfrm>
            <a:off x="24821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Min/Max Width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1862775" y="2697500"/>
            <a:ext cx="40041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7677575" y="2978700"/>
            <a:ext cx="3490200" cy="205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50%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30px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9146950" y="410500"/>
            <a:ext cx="2504700" cy="831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can also set min-height similar to min-width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1498425" y="1379675"/>
            <a:ext cx="101532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set a max-width constraint.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will ensure the width of the </a:t>
            </a:r>
            <a:r>
              <a:rPr b="0" i="0" lang="en-US" sz="2000" u="none" cap="none" strike="noStrike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n-US" sz="2000" u="none" cap="none" strike="noStrike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000" u="none" cap="none" strike="noStrike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never exceeds a certain value.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also set a min-width value.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6"/>
          <p:cNvCxnSpPr/>
          <p:nvPr/>
        </p:nvCxnSpPr>
        <p:spPr>
          <a:xfrm>
            <a:off x="2270425" y="6161925"/>
            <a:ext cx="2143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" name="Google Shape;218;p6"/>
          <p:cNvSpPr txBox="1"/>
          <p:nvPr/>
        </p:nvSpPr>
        <p:spPr>
          <a:xfrm>
            <a:off x="2289775" y="6267275"/>
            <a:ext cx="23325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max-width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1862775" y="2339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7677575" y="2522538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425" y="5264725"/>
            <a:ext cx="8896350" cy="78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6"/>
          <p:cNvCxnSpPr/>
          <p:nvPr/>
        </p:nvCxnSpPr>
        <p:spPr>
          <a:xfrm flipH="1">
            <a:off x="5583675" y="3860200"/>
            <a:ext cx="2444700" cy="15297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4772650" y="5381350"/>
            <a:ext cx="0" cy="5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" name="Google Shape;224;p6"/>
          <p:cNvSpPr txBox="1"/>
          <p:nvPr/>
        </p:nvSpPr>
        <p:spPr>
          <a:xfrm>
            <a:off x="4940775" y="5455138"/>
            <a:ext cx="6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30px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Margin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231" name="Google Shape;231;p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32" name="Google Shape;232;p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33" name="Google Shape;233;p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4" name="Google Shape;234;p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35" name="Google Shape;235;p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9" name="Google Shape;239;p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1" name="Google Shape;241;p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42" name="Google Shape;242;p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45" name="Google Shape;245;p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48" name="Google Shape;248;p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52" name="Google Shape;252;p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74" name="Google Shape;274;p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Margin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1862775" y="2562125"/>
            <a:ext cx="4004100" cy="72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Margins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7644925" y="2533500"/>
            <a:ext cx="34902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#p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1528725" y="1389950"/>
            <a:ext cx="97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Margins are applied to elements for allocating space outside its designated borders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4424063" y="5553475"/>
            <a:ext cx="4311900" cy="447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MARGIN APPLIED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18627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76775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8969" y="4312300"/>
            <a:ext cx="176212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7576450" y="2610250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50px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Margin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1528725" y="1389950"/>
            <a:ext cx="97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Margins are used to create space around elements, outside of any defined borders.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8627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76775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862775" y="2562125"/>
            <a:ext cx="4004100" cy="72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Margins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000" y="4269263"/>
            <a:ext cx="855345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 txBox="1"/>
          <p:nvPr/>
        </p:nvSpPr>
        <p:spPr>
          <a:xfrm>
            <a:off x="2083325" y="538020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50px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9"/>
          <p:cNvCxnSpPr/>
          <p:nvPr/>
        </p:nvCxnSpPr>
        <p:spPr>
          <a:xfrm flipH="1">
            <a:off x="7422950" y="3726725"/>
            <a:ext cx="1437000" cy="13983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9"/>
          <p:cNvCxnSpPr/>
          <p:nvPr/>
        </p:nvCxnSpPr>
        <p:spPr>
          <a:xfrm>
            <a:off x="3277350" y="4652350"/>
            <a:ext cx="0" cy="543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3" name="Google Shape;313;p9"/>
          <p:cNvSpPr txBox="1"/>
          <p:nvPr/>
        </p:nvSpPr>
        <p:spPr>
          <a:xfrm>
            <a:off x="3305150" y="473935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50px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 rot="10800000">
            <a:off x="2159525" y="5380200"/>
            <a:ext cx="3909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5" name="Google Shape;315;p9"/>
          <p:cNvSpPr/>
          <p:nvPr/>
        </p:nvSpPr>
        <p:spPr>
          <a:xfrm>
            <a:off x="10470050" y="4269200"/>
            <a:ext cx="476400" cy="158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10389125" y="538020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50px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9"/>
          <p:cNvCxnSpPr/>
          <p:nvPr/>
        </p:nvCxnSpPr>
        <p:spPr>
          <a:xfrm rot="10800000">
            <a:off x="10465325" y="5380200"/>
            <a:ext cx="3909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8" name="Google Shape;318;p9"/>
          <p:cNvSpPr/>
          <p:nvPr/>
        </p:nvSpPr>
        <p:spPr>
          <a:xfrm>
            <a:off x="2056000" y="5850325"/>
            <a:ext cx="8890500" cy="24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9"/>
          <p:cNvCxnSpPr/>
          <p:nvPr/>
        </p:nvCxnSpPr>
        <p:spPr>
          <a:xfrm>
            <a:off x="3277350" y="5490550"/>
            <a:ext cx="0" cy="543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0" name="Google Shape;320;p9"/>
          <p:cNvSpPr txBox="1"/>
          <p:nvPr/>
        </p:nvSpPr>
        <p:spPr>
          <a:xfrm>
            <a:off x="3305150" y="557755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50px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225" y="4530513"/>
            <a:ext cx="888682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>
            <p:ph idx="1" type="body"/>
          </p:nvPr>
        </p:nvSpPr>
        <p:spPr>
          <a:xfrm>
            <a:off x="1529438" y="1292050"/>
            <a:ext cx="99204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Margins can also be applied on specific directions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1780300" y="2592163"/>
            <a:ext cx="4004100" cy="72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 Left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7677575" y="2554425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black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margin-left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80px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0"/>
          <p:cNvCxnSpPr/>
          <p:nvPr/>
        </p:nvCxnSpPr>
        <p:spPr>
          <a:xfrm flipH="1">
            <a:off x="2693350" y="3470075"/>
            <a:ext cx="5314500" cy="17481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10"/>
          <p:cNvSpPr txBox="1"/>
          <p:nvPr/>
        </p:nvSpPr>
        <p:spPr>
          <a:xfrm>
            <a:off x="1912238" y="5835475"/>
            <a:ext cx="91548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margin-right / margin-top / margin-bottom are used for right, top and bottom margins respectively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 rot="5400000">
            <a:off x="2198325" y="5218700"/>
            <a:ext cx="8100" cy="264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10"/>
          <p:cNvSpPr txBox="1"/>
          <p:nvPr/>
        </p:nvSpPr>
        <p:spPr>
          <a:xfrm>
            <a:off x="2312300" y="5146850"/>
            <a:ext cx="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80px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0"/>
          <p:cNvCxnSpPr/>
          <p:nvPr/>
        </p:nvCxnSpPr>
        <p:spPr>
          <a:xfrm rot="10800000">
            <a:off x="2922075" y="5216750"/>
            <a:ext cx="0" cy="26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10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Margin Direction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18627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76775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/>
          <p:nvPr/>
        </p:nvSpPr>
        <p:spPr>
          <a:xfrm>
            <a:off x="6986200" y="4346250"/>
            <a:ext cx="3531600" cy="1413000"/>
          </a:xfrm>
          <a:prstGeom prst="round2SameRect">
            <a:avLst>
              <a:gd fmla="val 13800" name="adj1"/>
              <a:gd fmla="val 917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986200" y="4325725"/>
            <a:ext cx="3542100" cy="666000"/>
          </a:xfrm>
          <a:prstGeom prst="round2SameRect">
            <a:avLst>
              <a:gd fmla="val 35480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986200" y="2145700"/>
            <a:ext cx="3531600" cy="1901700"/>
          </a:xfrm>
          <a:prstGeom prst="round2SameRect">
            <a:avLst>
              <a:gd fmla="val 9714" name="adj1"/>
              <a:gd fmla="val 917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986200" y="2125175"/>
            <a:ext cx="3542100" cy="666000"/>
          </a:xfrm>
          <a:prstGeom prst="round2SameRect">
            <a:avLst>
              <a:gd fmla="val 3548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2392100" y="2145700"/>
            <a:ext cx="3531600" cy="3028500"/>
          </a:xfrm>
          <a:prstGeom prst="round2SameRect">
            <a:avLst>
              <a:gd fmla="val 6100" name="adj1"/>
              <a:gd fmla="val 678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392100" y="2125175"/>
            <a:ext cx="3542100" cy="666000"/>
          </a:xfrm>
          <a:prstGeom prst="round2SameRect">
            <a:avLst>
              <a:gd fmla="val 35480" name="adj1"/>
              <a:gd fmla="val 0" name="adj2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2504775" y="2213075"/>
            <a:ext cx="3090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margin: 25px 50px 75px 100px;</a:t>
            </a:r>
            <a:endParaRPr b="0" i="0" sz="1450" u="none" cap="none" strike="noStrike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7216825" y="2199275"/>
            <a:ext cx="330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margin: 25px 50px;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6845850" y="5173400"/>
            <a:ext cx="352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four margins are 25px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1645575" y="1351600"/>
            <a:ext cx="95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some special margin shortcuts that can be applied to reduce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Shorthand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2268650" y="3001500"/>
            <a:ext cx="30186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margin: 25px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margin: 50px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bottom margin: 75px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margin: 100px</a:t>
            </a:r>
            <a:endParaRPr b="0" i="0" sz="1450" u="none" cap="none" strike="noStrike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6702000" y="2887950"/>
            <a:ext cx="381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marR="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and bottom margins: 25px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and left margins: 50px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7216825" y="4427875"/>
            <a:ext cx="330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margin: 25px;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Padding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63" name="Google Shape;363;p12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64" name="Google Shape;364;p12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65" name="Google Shape;365;p12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6" name="Google Shape;366;p12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67" name="Google Shape;367;p12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12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12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12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71" name="Google Shape;371;p12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3" name="Google Shape;373;p12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74" name="Google Shape;374;p12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2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" name="Google Shape;376;p12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77" name="Google Shape;377;p12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2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p12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80" name="Google Shape;380;p12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2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2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12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84" name="Google Shape;384;p12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2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2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2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2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2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2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91" name="Google Shape;391;p12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2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2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2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2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2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2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2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2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2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2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2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2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2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5" name="Google Shape;405;p12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06" name="Google Shape;406;p12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2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2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2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2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2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2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2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2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2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2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1577025" y="2678625"/>
            <a:ext cx="40041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7653100" y="2569400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1668525" y="1433800"/>
            <a:ext cx="1015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 txBox="1"/>
          <p:nvPr/>
        </p:nvSpPr>
        <p:spPr>
          <a:xfrm>
            <a:off x="1447575" y="1428525"/>
            <a:ext cx="995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Padding is applied to elements for allocating space between the content and  its designated borders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3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Padding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18627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76775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5525" y="5378013"/>
            <a:ext cx="8924925" cy="82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13"/>
          <p:cNvCxnSpPr/>
          <p:nvPr/>
        </p:nvCxnSpPr>
        <p:spPr>
          <a:xfrm flipH="1">
            <a:off x="6087825" y="3574125"/>
            <a:ext cx="2514300" cy="19152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1" name="Google Shape;431;p13"/>
          <p:cNvSpPr txBox="1"/>
          <p:nvPr/>
        </p:nvSpPr>
        <p:spPr>
          <a:xfrm>
            <a:off x="4106800" y="5780475"/>
            <a:ext cx="17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20px Padding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13"/>
          <p:cNvCxnSpPr/>
          <p:nvPr/>
        </p:nvCxnSpPr>
        <p:spPr>
          <a:xfrm>
            <a:off x="3963975" y="5844375"/>
            <a:ext cx="0" cy="27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>
            <p:ph idx="1" type="body"/>
          </p:nvPr>
        </p:nvSpPr>
        <p:spPr>
          <a:xfrm>
            <a:off x="1529450" y="5844700"/>
            <a:ext cx="9920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padding-right / padding-top / padding-bottom are used for right, top and bottom padding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1577025" y="2610575"/>
            <a:ext cx="4004100" cy="72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Padding Left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4"/>
          <p:cNvSpPr txBox="1"/>
          <p:nvPr/>
        </p:nvSpPr>
        <p:spPr>
          <a:xfrm>
            <a:off x="7711125" y="2610575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black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padding-left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813" y="4623038"/>
            <a:ext cx="8963025" cy="117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14"/>
          <p:cNvCxnSpPr/>
          <p:nvPr/>
        </p:nvCxnSpPr>
        <p:spPr>
          <a:xfrm flipH="1">
            <a:off x="2546675" y="3370850"/>
            <a:ext cx="5574000" cy="19470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14"/>
          <p:cNvCxnSpPr/>
          <p:nvPr/>
        </p:nvCxnSpPr>
        <p:spPr>
          <a:xfrm>
            <a:off x="2356650" y="5442725"/>
            <a:ext cx="2424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4" name="Google Shape;444;p14"/>
          <p:cNvSpPr txBox="1"/>
          <p:nvPr/>
        </p:nvSpPr>
        <p:spPr>
          <a:xfrm>
            <a:off x="1863525" y="5490700"/>
            <a:ext cx="137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20px padding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4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Padding Direction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1447575" y="1428525"/>
            <a:ext cx="995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Padding, like margin, also has specific directions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18627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>
            <a:off x="7677575" y="2185975"/>
            <a:ext cx="97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/>
          <p:nvPr/>
        </p:nvSpPr>
        <p:spPr>
          <a:xfrm>
            <a:off x="6986200" y="4346250"/>
            <a:ext cx="3531600" cy="1413000"/>
          </a:xfrm>
          <a:prstGeom prst="round2SameRect">
            <a:avLst>
              <a:gd fmla="val 13800" name="adj1"/>
              <a:gd fmla="val 917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986200" y="4325725"/>
            <a:ext cx="3542100" cy="666000"/>
          </a:xfrm>
          <a:prstGeom prst="round2SameRect">
            <a:avLst>
              <a:gd fmla="val 35480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986200" y="2145700"/>
            <a:ext cx="3531600" cy="1901700"/>
          </a:xfrm>
          <a:prstGeom prst="round2SameRect">
            <a:avLst>
              <a:gd fmla="val 9714" name="adj1"/>
              <a:gd fmla="val 917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986200" y="2125175"/>
            <a:ext cx="3542100" cy="666000"/>
          </a:xfrm>
          <a:prstGeom prst="round2SameRect">
            <a:avLst>
              <a:gd fmla="val 3548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2392100" y="2145700"/>
            <a:ext cx="3531600" cy="3028500"/>
          </a:xfrm>
          <a:prstGeom prst="round2SameRect">
            <a:avLst>
              <a:gd fmla="val 6100" name="adj1"/>
              <a:gd fmla="val 678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2392100" y="2125175"/>
            <a:ext cx="3542100" cy="666000"/>
          </a:xfrm>
          <a:prstGeom prst="round2SameRect">
            <a:avLst>
              <a:gd fmla="val 35480" name="adj1"/>
              <a:gd fmla="val 0" name="adj2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 txBox="1"/>
          <p:nvPr/>
        </p:nvSpPr>
        <p:spPr>
          <a:xfrm>
            <a:off x="2504775" y="2213075"/>
            <a:ext cx="3234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padding: 25px 50px 75px 100px;</a:t>
            </a:r>
            <a:endParaRPr b="0" i="0" sz="1450" u="none" cap="none" strike="noStrike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 txBox="1"/>
          <p:nvPr/>
        </p:nvSpPr>
        <p:spPr>
          <a:xfrm>
            <a:off x="7216825" y="2199275"/>
            <a:ext cx="330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padding: 25px 50px;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 txBox="1"/>
          <p:nvPr/>
        </p:nvSpPr>
        <p:spPr>
          <a:xfrm>
            <a:off x="6845850" y="5173400"/>
            <a:ext cx="352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four paddings are 25px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5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Padding Shorthand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2268650" y="3001500"/>
            <a:ext cx="30186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padding: 25px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padding: 50px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bottom padding: 75px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1" marL="9144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padding: 100px</a:t>
            </a:r>
            <a:endParaRPr b="0" i="0" sz="1450" u="none" cap="none" strike="noStrike">
              <a:solidFill>
                <a:srgbClr val="0000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5"/>
          <p:cNvSpPr txBox="1"/>
          <p:nvPr/>
        </p:nvSpPr>
        <p:spPr>
          <a:xfrm>
            <a:off x="6678150" y="2887950"/>
            <a:ext cx="386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marR="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and bottom paddings: 25px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and left paddings: 50px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7216825" y="4427875"/>
            <a:ext cx="330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padding 25px;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 txBox="1"/>
          <p:nvPr>
            <p:ph type="title"/>
          </p:nvPr>
        </p:nvSpPr>
        <p:spPr>
          <a:xfrm>
            <a:off x="23297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Padding Shorthand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"/>
          <p:cNvSpPr txBox="1"/>
          <p:nvPr/>
        </p:nvSpPr>
        <p:spPr>
          <a:xfrm>
            <a:off x="1886325" y="1433800"/>
            <a:ext cx="907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some special margin shortcuts that can be applied to reduce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Box Model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475" name="Google Shape;475;p1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76" name="Google Shape;476;p1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77" name="Google Shape;477;p1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8" name="Google Shape;478;p1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79" name="Google Shape;479;p1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1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1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" name="Google Shape;482;p1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83" name="Google Shape;483;p1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5" name="Google Shape;485;p1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86" name="Google Shape;486;p1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" name="Google Shape;488;p1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89" name="Google Shape;489;p1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" name="Google Shape;491;p1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92" name="Google Shape;492;p1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1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96" name="Google Shape;496;p1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2" name="Google Shape;502;p1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03" name="Google Shape;503;p1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7" name="Google Shape;517;p1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18" name="Google Shape;518;p1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1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1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1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1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1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1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1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1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1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1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Box Model: Margin, Padding and Border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7"/>
          <p:cNvSpPr txBox="1"/>
          <p:nvPr/>
        </p:nvSpPr>
        <p:spPr>
          <a:xfrm>
            <a:off x="228600" y="6206700"/>
            <a:ext cx="33753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 txBox="1"/>
          <p:nvPr/>
        </p:nvSpPr>
        <p:spPr>
          <a:xfrm>
            <a:off x="6451300" y="1509500"/>
            <a:ext cx="5236500" cy="4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highlight>
                  <a:srgbClr val="A52A2A"/>
                </a:highlight>
                <a:latin typeface="Arial"/>
                <a:ea typeface="Arial"/>
                <a:cs typeface="Arial"/>
                <a:sym typeface="Arial"/>
              </a:rPr>
              <a:t>Content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main content showcasing text, images etc.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Applies space between border and content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Padding is not visible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highlight>
                  <a:srgbClr val="6AA84F"/>
                </a:highlight>
                <a:latin typeface="Arial"/>
                <a:ea typeface="Arial"/>
                <a:cs typeface="Arial"/>
                <a:sym typeface="Arial"/>
              </a:rPr>
              <a:t>Border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rectangular strip that encloses the area outside of the padding and content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Applies space outside the border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Margin is not visible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838200" y="1902150"/>
            <a:ext cx="5236500" cy="3609600"/>
          </a:xfrm>
          <a:prstGeom prst="rect">
            <a:avLst/>
          </a:prstGeom>
          <a:noFill/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7"/>
          <p:cNvSpPr txBox="1"/>
          <p:nvPr/>
        </p:nvSpPr>
        <p:spPr>
          <a:xfrm>
            <a:off x="907075" y="1914900"/>
            <a:ext cx="10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1398425" y="2401650"/>
            <a:ext cx="4023300" cy="2559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 txBox="1"/>
          <p:nvPr/>
        </p:nvSpPr>
        <p:spPr>
          <a:xfrm>
            <a:off x="1398425" y="2440850"/>
            <a:ext cx="10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2058775" y="2917250"/>
            <a:ext cx="2778600" cy="155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 txBox="1"/>
          <p:nvPr/>
        </p:nvSpPr>
        <p:spPr>
          <a:xfrm>
            <a:off x="2058775" y="2917250"/>
            <a:ext cx="10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2660125" y="3378350"/>
            <a:ext cx="1614000" cy="6660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 txBox="1"/>
          <p:nvPr/>
        </p:nvSpPr>
        <p:spPr>
          <a:xfrm>
            <a:off x="2737225" y="3378350"/>
            <a:ext cx="10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8"/>
          <p:cNvSpPr txBox="1"/>
          <p:nvPr>
            <p:ph type="title"/>
          </p:nvPr>
        </p:nvSpPr>
        <p:spPr>
          <a:xfrm>
            <a:off x="1145142" y="641064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That’s all for this module!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