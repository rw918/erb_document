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avL9hPt6IU34pzcFEzrQ/hWrv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Welcome to this M1 in SQL Course. In this first chapter of the course, we are going to do an introduction of databases and relational databases.</a:t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2" name="Google Shape;46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5" name="Google Shape;47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f8695e314e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f8695e314e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2f8695e314e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f8695e314e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2f8695e314e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2f8695e314e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2f8695e314e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2f8695e314e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2f8695e314e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8695e314e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2f8695e314e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2f8695e314e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2f8695e314e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2f8695e314e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f8695e314e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f8695e314e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2f8695e314e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2f8695e314e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2f8695e314e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2f8695e314e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2f8695e314e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2f8695e314e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8695e314e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f8695e314e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2f8695e314e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2f8695e314e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8695e314e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8695e314e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8695e314e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f8695e314e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2f8695e314e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f8695e314e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8695e314e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2f8695e314e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2f8695e314e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2f8695e314e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8695e314e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2f8695e314e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2f8695e314e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2f8695e314e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2f8695e314e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8695e314e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2f8695e314e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2f8695e314e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8695e314e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2f8695e314e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2f8695e314e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2f8695e314e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2f8695e314e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2f8695e314e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8695e314e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8695e314e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2f8695e314e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2f8695e314e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2f8695e314e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2f8695e314e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8695e314e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2f8695e314e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2f8695e314e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2f8695e314e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2f8695e314e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8695e314e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2f8695e314e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2f8695e314e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2f8695e314e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2f8695e314e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8695e314e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2f8695e314e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2f8695e314e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2.jpg"/><Relationship Id="rId5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2.jpg"/><Relationship Id="rId5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>
            <p:ph type="title"/>
          </p:nvPr>
        </p:nvSpPr>
        <p:spPr>
          <a:xfrm>
            <a:off x="6664600" y="2344575"/>
            <a:ext cx="4662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Lecture 11</a:t>
            </a:r>
            <a:endParaRPr b="1"/>
          </a:p>
        </p:txBody>
      </p:sp>
      <p:sp>
        <p:nvSpPr>
          <p:cNvPr id="101" name="Google Shape;101;p1"/>
          <p:cNvSpPr/>
          <p:nvPr/>
        </p:nvSpPr>
        <p:spPr>
          <a:xfrm>
            <a:off x="10310420" y="6331352"/>
            <a:ext cx="1704000" cy="41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>
            <p:ph idx="1" type="body"/>
          </p:nvPr>
        </p:nvSpPr>
        <p:spPr>
          <a:xfrm>
            <a:off x="6952550" y="3774200"/>
            <a:ext cx="43746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Display and Placing Elements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625" y="920325"/>
            <a:ext cx="4887676" cy="48876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498700" y="1552500"/>
            <a:ext cx="34452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G E N D A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212525" y="2635200"/>
            <a:ext cx="4520100" cy="30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Display: Inline vs Block 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Hiding Elements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2"/>
          <p:cNvCxnSpPr/>
          <p:nvPr/>
        </p:nvCxnSpPr>
        <p:spPr>
          <a:xfrm>
            <a:off x="7394800" y="243107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2"/>
          <p:cNvCxnSpPr/>
          <p:nvPr/>
        </p:nvCxnSpPr>
        <p:spPr>
          <a:xfrm>
            <a:off x="7394800" y="147162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lt1"/>
                </a:solidFill>
              </a:rPr>
              <a:t>Display Properties: Block, Inline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119" name="Google Shape;119;p3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120" name="Google Shape;120;p3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121" name="Google Shape;121;p3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2" name="Google Shape;122;p3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123" name="Google Shape;123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Google Shape;126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7" name="Google Shape;127;p3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9" name="Google Shape;129;p3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130" name="Google Shape;130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" name="Google Shape;132;p3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133" name="Google Shape;133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3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136" name="Google Shape;136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3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140" name="Google Shape;140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6" name="Google Shape;146;p3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147" name="Google Shape;147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" name="Google Shape;161;p3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162" name="Google Shape;162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>
            <p:ph type="title"/>
          </p:nvPr>
        </p:nvSpPr>
        <p:spPr>
          <a:xfrm>
            <a:off x="3760853" y="108100"/>
            <a:ext cx="5286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Display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 txBox="1"/>
          <p:nvPr>
            <p:ph idx="1" type="body"/>
          </p:nvPr>
        </p:nvSpPr>
        <p:spPr>
          <a:xfrm>
            <a:off x="5728675" y="2109650"/>
            <a:ext cx="5359200" cy="3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CSS display property allows us to govern the layout of a webpage.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display property decides the nature of how the element should be displayed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Most elements have a display value of either block or inline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37415">
            <a:off x="2441770" y="2330841"/>
            <a:ext cx="2325586" cy="2325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/>
          <p:nvPr/>
        </p:nvSpPr>
        <p:spPr>
          <a:xfrm>
            <a:off x="2897275" y="1796200"/>
            <a:ext cx="3182700" cy="534000"/>
          </a:xfrm>
          <a:prstGeom prst="wedgeRectCallout">
            <a:avLst>
              <a:gd fmla="val -56518" name="adj1"/>
              <a:gd fmla="val -42303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>
            <p:ph type="title"/>
          </p:nvPr>
        </p:nvSpPr>
        <p:spPr>
          <a:xfrm>
            <a:off x="2574896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Block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2857575" y="4709150"/>
            <a:ext cx="7601100" cy="10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Here, the element is represented with a red border.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takes up the entire width of the parent element (entire page) and starts on a new line (no other element beside it).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2944375" y="1853050"/>
            <a:ext cx="30885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 elements?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5892950" y="2230900"/>
            <a:ext cx="3816900" cy="1126800"/>
          </a:xfrm>
          <a:prstGeom prst="wedgeRectCallout">
            <a:avLst>
              <a:gd fmla="val 58897" name="adj1"/>
              <a:gd fmla="val -44148" name="adj2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6017875" y="2281588"/>
            <a:ext cx="34479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Ans:  Block elements take up the entire width of the parent element and always begin on a new line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4907" y="4112738"/>
            <a:ext cx="893445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>
            <p:ph type="title"/>
          </p:nvPr>
        </p:nvSpPr>
        <p:spPr>
          <a:xfrm>
            <a:off x="2346609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Block Tags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>
            <p:ph idx="1" type="body"/>
          </p:nvPr>
        </p:nvSpPr>
        <p:spPr>
          <a:xfrm>
            <a:off x="1878525" y="2246200"/>
            <a:ext cx="3696300" cy="3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&lt;div&gt;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&lt;form&gt;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&lt;footer&gt;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&lt;h1&gt; - &lt;h6&gt;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&lt;header&gt;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&lt;p&gt;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&lt;section&gt;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6676000" y="1784500"/>
            <a:ext cx="4062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Apart from tags, we can make any html element a block level element by altering its CSS Display property.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display: block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1857125" y="1507300"/>
            <a:ext cx="420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commonly used block-level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6"/>
          <p:cNvCxnSpPr/>
          <p:nvPr/>
        </p:nvCxnSpPr>
        <p:spPr>
          <a:xfrm>
            <a:off x="6439500" y="1735025"/>
            <a:ext cx="0" cy="4414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>
            <p:ph type="title"/>
          </p:nvPr>
        </p:nvSpPr>
        <p:spPr>
          <a:xfrm>
            <a:off x="251468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Div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1630250" y="3181450"/>
            <a:ext cx="5677800" cy="123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div </a:t>
            </a:r>
            <a:r>
              <a:rPr b="1" i="0" lang="en-US" sz="1200" u="none" cap="none" strike="noStrike">
                <a:solidFill>
                  <a:srgbClr val="A52A2A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b="1" i="0" lang="en-US" sz="12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="padding:20px;border:5px solid red"</a:t>
            </a:r>
            <a:r>
              <a:rPr b="1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i="0" sz="12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0" lang="en-US" sz="1200" u="none" cap="none" strike="noStrike">
                <a:solidFill>
                  <a:srgbClr val="A52A2A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img src=</a:t>
            </a:r>
            <a:r>
              <a:rPr b="1" i="0" lang="en-US" sz="12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"tree.jpg" width="300px" height="300px"&gt;</a:t>
            </a:r>
            <a:endParaRPr b="1" i="0" sz="12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0" lang="en-US" sz="1200" u="none" cap="none" strike="noStrike">
                <a:solidFill>
                  <a:srgbClr val="A52A2A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i="0" lang="en-US" sz="120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Hello World.</a:t>
            </a:r>
            <a:r>
              <a:rPr b="1" i="0" lang="en-US" sz="120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0" lang="en-US" sz="1200" u="none" cap="none" strike="noStrike">
                <a:solidFill>
                  <a:srgbClr val="A52A2A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1" i="0" lang="en-US" sz="120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i="0" sz="1200" u="none" cap="none" strike="noStrike">
              <a:solidFill>
                <a:srgbClr val="0000CD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/div</a:t>
            </a:r>
            <a:r>
              <a:rPr b="1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i="0" sz="12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475325" y="3934450"/>
            <a:ext cx="390300" cy="326100"/>
          </a:xfrm>
          <a:prstGeom prst="rightArrow">
            <a:avLst>
              <a:gd fmla="val 50000" name="adj1"/>
              <a:gd fmla="val 63002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100" y="2500572"/>
            <a:ext cx="3124625" cy="3706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7"/>
          <p:cNvCxnSpPr/>
          <p:nvPr/>
        </p:nvCxnSpPr>
        <p:spPr>
          <a:xfrm flipH="1" rot="10800000">
            <a:off x="6685600" y="3181475"/>
            <a:ext cx="1820400" cy="4587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3" name="Google Shape;213;p7"/>
          <p:cNvCxnSpPr/>
          <p:nvPr/>
        </p:nvCxnSpPr>
        <p:spPr>
          <a:xfrm flipH="1" rot="10800000">
            <a:off x="6019100" y="2778825"/>
            <a:ext cx="2241000" cy="5127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" name="Google Shape;214;p7"/>
          <p:cNvCxnSpPr/>
          <p:nvPr/>
        </p:nvCxnSpPr>
        <p:spPr>
          <a:xfrm>
            <a:off x="3978550" y="3968300"/>
            <a:ext cx="4495200" cy="16992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" name="Google Shape;215;p7"/>
          <p:cNvSpPr txBox="1"/>
          <p:nvPr/>
        </p:nvSpPr>
        <p:spPr>
          <a:xfrm>
            <a:off x="2677250" y="1251850"/>
            <a:ext cx="7624800" cy="1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far, we learned how to display images and text as separate components.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&lt;div&gt;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tags, we can combine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components such as text and image into one container.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/>
          <p:cNvSpPr/>
          <p:nvPr/>
        </p:nvSpPr>
        <p:spPr>
          <a:xfrm>
            <a:off x="2897275" y="2329600"/>
            <a:ext cx="3182700" cy="534000"/>
          </a:xfrm>
          <a:prstGeom prst="wedgeRectCallout">
            <a:avLst>
              <a:gd fmla="val -56518" name="adj1"/>
              <a:gd fmla="val -42303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892950" y="2764288"/>
            <a:ext cx="3808800" cy="1228200"/>
          </a:xfrm>
          <a:prstGeom prst="wedgeRectCallout">
            <a:avLst>
              <a:gd fmla="val 58897" name="adj1"/>
              <a:gd fmla="val -44148" name="adj2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 txBox="1"/>
          <p:nvPr>
            <p:ph type="title"/>
          </p:nvPr>
        </p:nvSpPr>
        <p:spPr>
          <a:xfrm>
            <a:off x="2396759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Inline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2134550" y="1650838"/>
            <a:ext cx="871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generally define inline elements using the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&lt;span&gt;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2627200" y="5145600"/>
            <a:ext cx="8580900" cy="10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Notice how we are changing the coloring and font-weight of only a part of a line instead of the entire line.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we select part of an element that does not create any new lines?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3177625" y="2386450"/>
            <a:ext cx="29025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inline elements?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5892950" y="2873575"/>
            <a:ext cx="37320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Ans:  An inline element only occupies as much space as required and does not create a new line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212648" y="4431288"/>
            <a:ext cx="862800" cy="42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575" y="4306260"/>
            <a:ext cx="3375300" cy="670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8649" y="4308438"/>
            <a:ext cx="3426872" cy="6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1375" y="4534860"/>
            <a:ext cx="3375300" cy="67035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9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 txBox="1"/>
          <p:nvPr>
            <p:ph type="title"/>
          </p:nvPr>
        </p:nvSpPr>
        <p:spPr>
          <a:xfrm>
            <a:off x="251468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Span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2037650" y="2906325"/>
            <a:ext cx="10005000" cy="42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0" lang="en-US" sz="17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i="0" lang="en-US" sz="1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z="17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7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am an &lt;</a:t>
            </a:r>
            <a:r>
              <a:rPr b="1" i="0" lang="en-US" sz="17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span </a:t>
            </a:r>
            <a:r>
              <a:rPr b="1" i="0" lang="en-US" sz="1750" u="none" cap="none" strike="noStrike">
                <a:solidFill>
                  <a:srgbClr val="A52A2A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b="1" i="0" lang="en-US" sz="175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="font-weight:bold;"</a:t>
            </a:r>
            <a:r>
              <a:rPr b="1" i="0" lang="en-US" sz="1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z="17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inline&lt;/</a:t>
            </a:r>
            <a:r>
              <a:rPr b="1" i="0" lang="en-US" sz="17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b="1" i="0" lang="en-US" sz="1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z="17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element </a:t>
            </a:r>
            <a:r>
              <a:rPr b="1" i="0" lang="en-US" sz="1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0" lang="en-US" sz="17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1" i="0" lang="en-US" sz="1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i="0" sz="17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2677250" y="1433800"/>
            <a:ext cx="76248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use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&lt;span&gt;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to define inline elements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p9"/>
          <p:cNvCxnSpPr/>
          <p:nvPr/>
        </p:nvCxnSpPr>
        <p:spPr>
          <a:xfrm>
            <a:off x="5776600" y="3248475"/>
            <a:ext cx="1237500" cy="1444800"/>
          </a:xfrm>
          <a:prstGeom prst="straightConnector1">
            <a:avLst/>
          </a:prstGeom>
          <a:noFill/>
          <a:ln cap="flat" cmpd="sng" w="2857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 txBox="1"/>
          <p:nvPr>
            <p:ph type="title"/>
          </p:nvPr>
        </p:nvSpPr>
        <p:spPr>
          <a:xfrm>
            <a:off x="2346609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Inline Tags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 txBox="1"/>
          <p:nvPr>
            <p:ph idx="1" type="body"/>
          </p:nvPr>
        </p:nvSpPr>
        <p:spPr>
          <a:xfrm>
            <a:off x="1878525" y="2246200"/>
            <a:ext cx="3696300" cy="3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&lt;a&gt;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&lt;img&gt;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&lt;span&gt;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6743900" y="2246200"/>
            <a:ext cx="4062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Apart from tags, we can make any html element inline by altering its CSS Display property.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display: inline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1857125" y="1735025"/>
            <a:ext cx="420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commonly used inline-level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10"/>
          <p:cNvCxnSpPr/>
          <p:nvPr/>
        </p:nvCxnSpPr>
        <p:spPr>
          <a:xfrm>
            <a:off x="6439500" y="1735025"/>
            <a:ext cx="0" cy="4414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lt1"/>
                </a:solidFill>
              </a:rPr>
              <a:t>Hiding Elements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257" name="Google Shape;257;p11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58" name="Google Shape;258;p11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59" name="Google Shape;259;p11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0" name="Google Shape;260;p11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61" name="Google Shape;261;p11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1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" name="Google Shape;263;p11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" name="Google Shape;264;p11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65" name="Google Shape;265;p11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1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7" name="Google Shape;267;p11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68" name="Google Shape;268;p11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1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" name="Google Shape;270;p11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71" name="Google Shape;271;p11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1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" name="Google Shape;273;p11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74" name="Google Shape;274;p11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1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1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11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78" name="Google Shape;278;p11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1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1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1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1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1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" name="Google Shape;284;p11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85" name="Google Shape;285;p11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1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1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1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1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1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1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1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1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1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1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1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1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1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9" name="Google Shape;299;p11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300" name="Google Shape;300;p11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1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1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1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1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1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1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1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1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1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1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"/>
          <p:cNvSpPr/>
          <p:nvPr/>
        </p:nvSpPr>
        <p:spPr>
          <a:xfrm>
            <a:off x="2250725" y="2649275"/>
            <a:ext cx="3857700" cy="2484000"/>
          </a:xfrm>
          <a:prstGeom prst="roundRect">
            <a:avLst>
              <a:gd fmla="val 48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7048800" y="2649275"/>
            <a:ext cx="3857700" cy="2484000"/>
          </a:xfrm>
          <a:prstGeom prst="roundRect">
            <a:avLst>
              <a:gd fmla="val 55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2250725" y="2649275"/>
            <a:ext cx="3857700" cy="580200"/>
          </a:xfrm>
          <a:prstGeom prst="roundRect">
            <a:avLst>
              <a:gd fmla="val 1728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7048850" y="2649275"/>
            <a:ext cx="3857700" cy="580200"/>
          </a:xfrm>
          <a:prstGeom prst="roundRect">
            <a:avLst>
              <a:gd fmla="val 16649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 txBox="1"/>
          <p:nvPr>
            <p:ph type="title"/>
          </p:nvPr>
        </p:nvSpPr>
        <p:spPr>
          <a:xfrm>
            <a:off x="2396759" y="11837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Hiding Elements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2"/>
          <p:cNvSpPr txBox="1"/>
          <p:nvPr/>
        </p:nvSpPr>
        <p:spPr>
          <a:xfrm>
            <a:off x="5730100" y="1444075"/>
            <a:ext cx="1658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Ways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"/>
          <p:cNvSpPr txBox="1"/>
          <p:nvPr/>
        </p:nvSpPr>
        <p:spPr>
          <a:xfrm>
            <a:off x="2484475" y="3457663"/>
            <a:ext cx="3329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hides the element and removes it from the document completely. The space it occupied might be occupied by other elements.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 txBox="1"/>
          <p:nvPr/>
        </p:nvSpPr>
        <p:spPr>
          <a:xfrm>
            <a:off x="4686050" y="5523300"/>
            <a:ext cx="3857700" cy="434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Let us illustrate this via an example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"/>
          <p:cNvSpPr txBox="1"/>
          <p:nvPr/>
        </p:nvSpPr>
        <p:spPr>
          <a:xfrm>
            <a:off x="7958600" y="2719050"/>
            <a:ext cx="20382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Visibility: hidden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 txBox="1"/>
          <p:nvPr/>
        </p:nvSpPr>
        <p:spPr>
          <a:xfrm>
            <a:off x="3269500" y="2719050"/>
            <a:ext cx="16584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Display: none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6" name="Google Shape;326;p12"/>
          <p:cNvCxnSpPr>
            <a:stCxn id="317" idx="0"/>
          </p:cNvCxnSpPr>
          <p:nvPr/>
        </p:nvCxnSpPr>
        <p:spPr>
          <a:xfrm rot="10800000">
            <a:off x="4179575" y="2320775"/>
            <a:ext cx="0" cy="32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12"/>
          <p:cNvCxnSpPr/>
          <p:nvPr/>
        </p:nvCxnSpPr>
        <p:spPr>
          <a:xfrm rot="10800000">
            <a:off x="8977700" y="2320775"/>
            <a:ext cx="0" cy="32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12"/>
          <p:cNvCxnSpPr/>
          <p:nvPr/>
        </p:nvCxnSpPr>
        <p:spPr>
          <a:xfrm>
            <a:off x="4179575" y="2320750"/>
            <a:ext cx="481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12"/>
          <p:cNvCxnSpPr>
            <a:stCxn id="321" idx="2"/>
          </p:cNvCxnSpPr>
          <p:nvPr/>
        </p:nvCxnSpPr>
        <p:spPr>
          <a:xfrm>
            <a:off x="6559300" y="1961275"/>
            <a:ext cx="0" cy="36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12"/>
          <p:cNvSpPr txBox="1"/>
          <p:nvPr/>
        </p:nvSpPr>
        <p:spPr>
          <a:xfrm>
            <a:off x="7391600" y="3468088"/>
            <a:ext cx="31722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hides the element but the space occupied by the element is still preserved. Other elements are not placed in place of it.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 txBox="1"/>
          <p:nvPr>
            <p:ph type="title"/>
          </p:nvPr>
        </p:nvSpPr>
        <p:spPr>
          <a:xfrm>
            <a:off x="31679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Example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3"/>
          <p:cNvSpPr txBox="1"/>
          <p:nvPr/>
        </p:nvSpPr>
        <p:spPr>
          <a:xfrm>
            <a:off x="2358350" y="2773375"/>
            <a:ext cx="320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8950" y="3173575"/>
            <a:ext cx="2153526" cy="20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4125" y="3183000"/>
            <a:ext cx="2273398" cy="20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17375" y="3173575"/>
            <a:ext cx="2273401" cy="2004553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3"/>
          <p:cNvSpPr txBox="1"/>
          <p:nvPr/>
        </p:nvSpPr>
        <p:spPr>
          <a:xfrm>
            <a:off x="5204325" y="1868025"/>
            <a:ext cx="41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 HTML Document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 txBox="1"/>
          <p:nvPr/>
        </p:nvSpPr>
        <p:spPr>
          <a:xfrm>
            <a:off x="4267575" y="2311675"/>
            <a:ext cx="59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if I apply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“display:none”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the 2nd image?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 txBox="1"/>
          <p:nvPr>
            <p:ph type="title"/>
          </p:nvPr>
        </p:nvSpPr>
        <p:spPr>
          <a:xfrm>
            <a:off x="2720759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Hiding Elements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4"/>
          <p:cNvSpPr txBox="1"/>
          <p:nvPr>
            <p:ph idx="1" type="body"/>
          </p:nvPr>
        </p:nvSpPr>
        <p:spPr>
          <a:xfrm>
            <a:off x="2586650" y="1829400"/>
            <a:ext cx="83730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display: none</a:t>
            </a:r>
            <a:endParaRPr sz="2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Notice that the 3rd image would take up the space of the 2nd image.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8950" y="3173575"/>
            <a:ext cx="2153526" cy="20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7975" y="3173575"/>
            <a:ext cx="2273401" cy="2004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 txBox="1"/>
          <p:nvPr>
            <p:ph type="title"/>
          </p:nvPr>
        </p:nvSpPr>
        <p:spPr>
          <a:xfrm>
            <a:off x="31679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Example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5"/>
          <p:cNvSpPr txBox="1"/>
          <p:nvPr/>
        </p:nvSpPr>
        <p:spPr>
          <a:xfrm>
            <a:off x="2358350" y="2773375"/>
            <a:ext cx="320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8950" y="3173575"/>
            <a:ext cx="2153526" cy="20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4125" y="3183000"/>
            <a:ext cx="2273398" cy="20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17375" y="3173575"/>
            <a:ext cx="2273401" cy="200455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5"/>
          <p:cNvSpPr txBox="1"/>
          <p:nvPr/>
        </p:nvSpPr>
        <p:spPr>
          <a:xfrm>
            <a:off x="5204325" y="1868025"/>
            <a:ext cx="41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 HTML Document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4267575" y="2311675"/>
            <a:ext cx="59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if I apply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“visibility:hidden”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the 2nd image?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 txBox="1"/>
          <p:nvPr>
            <p:ph idx="1" type="body"/>
          </p:nvPr>
        </p:nvSpPr>
        <p:spPr>
          <a:xfrm>
            <a:off x="2928350" y="1874688"/>
            <a:ext cx="77706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visibility: hidden</a:t>
            </a:r>
            <a:endParaRPr sz="2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Notice how the 2nd element is hidden but nobody occupies its space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6"/>
          <p:cNvSpPr txBox="1"/>
          <p:nvPr/>
        </p:nvSpPr>
        <p:spPr>
          <a:xfrm>
            <a:off x="1981025" y="2763950"/>
            <a:ext cx="320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6"/>
          <p:cNvSpPr txBox="1"/>
          <p:nvPr>
            <p:ph type="title"/>
          </p:nvPr>
        </p:nvSpPr>
        <p:spPr>
          <a:xfrm>
            <a:off x="2720759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Hiding Elements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8950" y="3173575"/>
            <a:ext cx="2153526" cy="20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17375" y="3173575"/>
            <a:ext cx="2273401" cy="2004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7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lt1"/>
                </a:solidFill>
              </a:rPr>
              <a:t>CSS Float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380" name="Google Shape;380;p17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381" name="Google Shape;381;p17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382" name="Google Shape;382;p17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3" name="Google Shape;383;p17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384" name="Google Shape;384;p17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" name="Google Shape;385;p17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" name="Google Shape;386;p17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" name="Google Shape;387;p17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88" name="Google Shape;388;p17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7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0" name="Google Shape;390;p17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91" name="Google Shape;391;p17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17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17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394" name="Google Shape;394;p17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17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6" name="Google Shape;396;p17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397" name="Google Shape;397;p17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17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17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" name="Google Shape;400;p17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401" name="Google Shape;401;p17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17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17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17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17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17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7" name="Google Shape;407;p17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408" name="Google Shape;408;p17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17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17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7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7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7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7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7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7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7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7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7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7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7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" name="Google Shape;422;p17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423" name="Google Shape;423;p17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7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7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7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17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7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17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17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17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7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7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 txBox="1"/>
          <p:nvPr>
            <p:ph type="title"/>
          </p:nvPr>
        </p:nvSpPr>
        <p:spPr>
          <a:xfrm>
            <a:off x="2608309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Float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"/>
          <p:cNvSpPr txBox="1"/>
          <p:nvPr/>
        </p:nvSpPr>
        <p:spPr>
          <a:xfrm>
            <a:off x="7436975" y="2144750"/>
            <a:ext cx="45255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img </a:t>
            </a: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   /* default with no styling */</a:t>
            </a:r>
            <a:endParaRPr b="1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8"/>
          <p:cNvSpPr txBox="1"/>
          <p:nvPr/>
        </p:nvSpPr>
        <p:spPr>
          <a:xfrm>
            <a:off x="2305825" y="1114100"/>
            <a:ext cx="88215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float property specifies whether an element should float to the left, right, or not at all. It allows us to position elements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8"/>
          <p:cNvSpPr txBox="1"/>
          <p:nvPr/>
        </p:nvSpPr>
        <p:spPr>
          <a:xfrm>
            <a:off x="4059650" y="3585425"/>
            <a:ext cx="96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8"/>
          <p:cNvSpPr txBox="1"/>
          <p:nvPr/>
        </p:nvSpPr>
        <p:spPr>
          <a:xfrm>
            <a:off x="9319925" y="3347763"/>
            <a:ext cx="75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8"/>
          <p:cNvSpPr txBox="1"/>
          <p:nvPr/>
        </p:nvSpPr>
        <p:spPr>
          <a:xfrm>
            <a:off x="1851650" y="1916150"/>
            <a:ext cx="5175600" cy="160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i="0" sz="14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src</a:t>
            </a: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b="1" i="1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nature.jpg</a:t>
            </a: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alt</a:t>
            </a: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=”nature”&gt;</a:t>
            </a:r>
            <a:b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Lorem ipsum dolor sit amet, consectetur adipiscing elit. Phasellus imperdiet, nulla et dictum.</a:t>
            </a:r>
            <a:endParaRPr b="1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8"/>
          <p:cNvSpPr txBox="1"/>
          <p:nvPr/>
        </p:nvSpPr>
        <p:spPr>
          <a:xfrm>
            <a:off x="3870350" y="4184275"/>
            <a:ext cx="6705300" cy="220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Lorem ipsum dolor sit amet, consectetur adipiscing elit. Phasellus imperdiet, nulla et dictum.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1050" y="4284800"/>
            <a:ext cx="2120025" cy="200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9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9"/>
          <p:cNvSpPr txBox="1"/>
          <p:nvPr>
            <p:ph type="title"/>
          </p:nvPr>
        </p:nvSpPr>
        <p:spPr>
          <a:xfrm>
            <a:off x="2457371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Float: Left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9"/>
          <p:cNvSpPr txBox="1"/>
          <p:nvPr/>
        </p:nvSpPr>
        <p:spPr>
          <a:xfrm>
            <a:off x="2664675" y="1114100"/>
            <a:ext cx="77712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float property specifies whether an element should float to the left, right, or not at all. It allows us to position elements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9"/>
          <p:cNvSpPr txBox="1"/>
          <p:nvPr/>
        </p:nvSpPr>
        <p:spPr>
          <a:xfrm>
            <a:off x="3870350" y="4184275"/>
            <a:ext cx="6705300" cy="220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Lorem ipsum dolor sit amet, consectetur adipiscing elit. Phasellus imperdiet, nulla et dictum.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1050" y="4284800"/>
            <a:ext cx="2120025" cy="200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9"/>
          <p:cNvSpPr txBox="1"/>
          <p:nvPr/>
        </p:nvSpPr>
        <p:spPr>
          <a:xfrm>
            <a:off x="7436975" y="2144750"/>
            <a:ext cx="45255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img </a:t>
            </a: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float: left;</a:t>
            </a:r>
            <a:endParaRPr b="1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9"/>
          <p:cNvSpPr txBox="1"/>
          <p:nvPr/>
        </p:nvSpPr>
        <p:spPr>
          <a:xfrm>
            <a:off x="4059650" y="3585425"/>
            <a:ext cx="83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9"/>
          <p:cNvSpPr txBox="1"/>
          <p:nvPr/>
        </p:nvSpPr>
        <p:spPr>
          <a:xfrm>
            <a:off x="9319925" y="3317650"/>
            <a:ext cx="75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9"/>
          <p:cNvSpPr txBox="1"/>
          <p:nvPr/>
        </p:nvSpPr>
        <p:spPr>
          <a:xfrm>
            <a:off x="1851650" y="1916150"/>
            <a:ext cx="5175600" cy="160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i="0" sz="14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src</a:t>
            </a: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b="1" i="1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nature.jpg</a:t>
            </a: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alt</a:t>
            </a: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=”nature”&gt;</a:t>
            </a:r>
            <a:b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Lorem ipsum dolor sit amet, consectetur adipiscing elit. Phasellus imperdiet, nulla et dictum.</a:t>
            </a:r>
            <a:endParaRPr b="1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0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0"/>
          <p:cNvSpPr txBox="1"/>
          <p:nvPr>
            <p:ph type="title"/>
          </p:nvPr>
        </p:nvSpPr>
        <p:spPr>
          <a:xfrm>
            <a:off x="2591346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Float: Right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0"/>
          <p:cNvSpPr txBox="1"/>
          <p:nvPr/>
        </p:nvSpPr>
        <p:spPr>
          <a:xfrm>
            <a:off x="1851650" y="1114100"/>
            <a:ext cx="9276000" cy="8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float property specifies whether an element should float to the left, right, or not at all.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allows us to position elements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0"/>
          <p:cNvSpPr txBox="1"/>
          <p:nvPr/>
        </p:nvSpPr>
        <p:spPr>
          <a:xfrm>
            <a:off x="3564800" y="4124750"/>
            <a:ext cx="6705300" cy="220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Lorem ipsum dolor sit amet, 						consectetur adipiscing elit. 							Phasellus imperdiet, nulla et dictum.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8" name="Google Shape;4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8100" y="4225275"/>
            <a:ext cx="2120025" cy="200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0"/>
          <p:cNvSpPr txBox="1"/>
          <p:nvPr/>
        </p:nvSpPr>
        <p:spPr>
          <a:xfrm>
            <a:off x="7436975" y="2144750"/>
            <a:ext cx="45255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img </a:t>
            </a: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float: right;</a:t>
            </a:r>
            <a:endParaRPr b="1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0"/>
          <p:cNvSpPr txBox="1"/>
          <p:nvPr/>
        </p:nvSpPr>
        <p:spPr>
          <a:xfrm>
            <a:off x="4059650" y="3585425"/>
            <a:ext cx="92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0"/>
          <p:cNvSpPr txBox="1"/>
          <p:nvPr/>
        </p:nvSpPr>
        <p:spPr>
          <a:xfrm>
            <a:off x="9319925" y="3437000"/>
            <a:ext cx="75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0"/>
          <p:cNvSpPr txBox="1"/>
          <p:nvPr/>
        </p:nvSpPr>
        <p:spPr>
          <a:xfrm>
            <a:off x="1851650" y="1916150"/>
            <a:ext cx="5175600" cy="160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i="0" sz="14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src</a:t>
            </a: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b="1" i="1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nature.jpg</a:t>
            </a: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alt</a:t>
            </a: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=”nature”&gt;</a:t>
            </a:r>
            <a:b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Lorem ipsum dolor sit amet, consectetur adipiscing elit. Phasellus imperdiet, nulla et dictum.</a:t>
            </a:r>
            <a:endParaRPr b="1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4755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1"/>
          <p:cNvSpPr/>
          <p:nvPr/>
        </p:nvSpPr>
        <p:spPr>
          <a:xfrm rot="-5400000">
            <a:off x="6405643" y="1071599"/>
            <a:ext cx="6858000" cy="47148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8" name="Google Shape;4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9968" y="241300"/>
            <a:ext cx="6352032" cy="6352032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1"/>
          <p:cNvSpPr txBox="1"/>
          <p:nvPr>
            <p:ph type="title"/>
          </p:nvPr>
        </p:nvSpPr>
        <p:spPr>
          <a:xfrm>
            <a:off x="1145142" y="641064"/>
            <a:ext cx="5001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That’s all for this module!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lt1"/>
                </a:solidFill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