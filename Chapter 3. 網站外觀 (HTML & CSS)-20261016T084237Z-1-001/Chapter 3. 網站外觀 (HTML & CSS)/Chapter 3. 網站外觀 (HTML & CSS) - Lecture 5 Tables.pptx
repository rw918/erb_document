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hikC4xoaECgjSzoUzVG3AOmq39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BFAA74-9587-4164-90F6-F87CAED12167}">
  <a:tblStyle styleId="{0DBFAA74-9587-4164-90F6-F87CAED1216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to this M1 in SQL Course. In this first chapter of the course, we are going to do an introduction of databases and relational databases.</a:t>
            </a:r>
            <a:endParaRPr/>
          </a:p>
        </p:txBody>
      </p:sp>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1"/>
              </a:buClr>
              <a:buSzPts val="1100"/>
              <a:buFont typeface="Arial"/>
              <a:buNone/>
            </a:pPr>
            <a:r>
              <a:rPr lang="en-US" sz="1800"/>
              <a:t>Without further adieu, Let</a:t>
            </a:r>
            <a:r>
              <a:rPr lang="en-US" sz="1800">
                <a:latin typeface="Arial"/>
                <a:ea typeface="Arial"/>
                <a:cs typeface="Arial"/>
                <a:sym typeface="Arial"/>
              </a:rPr>
              <a:t>’</a:t>
            </a:r>
            <a:r>
              <a:rPr lang="en-US" sz="1800"/>
              <a:t>s look at the course introduction so that you will know what you are going to learn.</a:t>
            </a:r>
            <a:r>
              <a:rPr lang="en-US" sz="1800">
                <a:latin typeface="Arial"/>
                <a:ea typeface="Arial"/>
                <a:cs typeface="Arial"/>
                <a:sym typeface="Arial"/>
              </a:rPr>
              <a:t> </a:t>
            </a:r>
            <a:endParaRPr sz="18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1"/>
              </a:buClr>
              <a:buSzPts val="1100"/>
              <a:buFont typeface="Arial"/>
              <a:buNone/>
            </a:pPr>
            <a:r>
              <a:rPr lang="en-US" sz="1800"/>
              <a:t>Without further adieu, Let</a:t>
            </a:r>
            <a:r>
              <a:rPr lang="en-US" sz="1800">
                <a:latin typeface="Arial"/>
                <a:ea typeface="Arial"/>
                <a:cs typeface="Arial"/>
                <a:sym typeface="Arial"/>
              </a:rPr>
              <a:t>’</a:t>
            </a:r>
            <a:r>
              <a:rPr lang="en-US" sz="1800"/>
              <a:t>s look at the course introduction so that you will know what you are going to learn.</a:t>
            </a:r>
            <a:r>
              <a:rPr lang="en-US" sz="1800">
                <a:latin typeface="Arial"/>
                <a:ea typeface="Arial"/>
                <a:cs typeface="Arial"/>
                <a:sym typeface="Arial"/>
              </a:rPr>
              <a:t> </a:t>
            </a:r>
            <a:endParaRPr sz="18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14" name="Google Shape;2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1"/>
              </a:buClr>
              <a:buSzPts val="1100"/>
              <a:buFont typeface="Arial"/>
              <a:buNone/>
            </a:pPr>
            <a:r>
              <a:rPr lang="en-US" sz="1800"/>
              <a:t>Without further adieu, Let</a:t>
            </a:r>
            <a:r>
              <a:rPr lang="en-US" sz="1800">
                <a:latin typeface="Arial"/>
                <a:ea typeface="Arial"/>
                <a:cs typeface="Arial"/>
                <a:sym typeface="Arial"/>
              </a:rPr>
              <a:t>’</a:t>
            </a:r>
            <a:r>
              <a:rPr lang="en-US" sz="1800"/>
              <a:t>s look at the course introduction so that you will know what you are going to learn.</a:t>
            </a:r>
            <a:r>
              <a:rPr lang="en-US" sz="1800">
                <a:latin typeface="Arial"/>
                <a:ea typeface="Arial"/>
                <a:cs typeface="Arial"/>
                <a:sym typeface="Arial"/>
              </a:rPr>
              <a:t> </a:t>
            </a:r>
            <a:endParaRPr sz="18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14" name="Google Shape;3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1"/>
              </a:buClr>
              <a:buSzPts val="1100"/>
              <a:buFont typeface="Arial"/>
              <a:buNone/>
            </a:pPr>
            <a:r>
              <a:rPr lang="en-US" sz="1800"/>
              <a:t>Without further adieu, Let</a:t>
            </a:r>
            <a:r>
              <a:rPr lang="en-US" sz="1800">
                <a:latin typeface="Arial"/>
                <a:ea typeface="Arial"/>
                <a:cs typeface="Arial"/>
                <a:sym typeface="Arial"/>
              </a:rPr>
              <a:t>’</a:t>
            </a:r>
            <a:r>
              <a:rPr lang="en-US" sz="1800"/>
              <a:t>s look at the course introduction so that you will know what you are going to learn.</a:t>
            </a:r>
            <a:r>
              <a:rPr lang="en-US" sz="1800">
                <a:latin typeface="Arial"/>
                <a:ea typeface="Arial"/>
                <a:cs typeface="Arial"/>
                <a:sym typeface="Arial"/>
              </a:rPr>
              <a:t> </a:t>
            </a:r>
            <a:endParaRPr sz="18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26" name="Google Shape;4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g2f869b0fdc5_0_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g2f869b0fdc5_0_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g2f869b0fdc5_0_4"/>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2f869b0fdc5_0_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2f869b0fdc5_0_8"/>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g2f869b0fdc5_0_8"/>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g2f869b0fdc5_0_8"/>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g2f869b0fdc5_0_8"/>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g2f869b0fdc5_0_8"/>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4" name="Shape 24"/>
        <p:cNvGrpSpPr/>
        <p:nvPr/>
      </p:nvGrpSpPr>
      <p:grpSpPr>
        <a:xfrm>
          <a:off x="0" y="0"/>
          <a:ext cx="0" cy="0"/>
          <a:chOff x="0" y="0"/>
          <a:chExt cx="0" cy="0"/>
        </a:xfrm>
      </p:grpSpPr>
      <p:sp>
        <p:nvSpPr>
          <p:cNvPr id="25" name="Google Shape;25;g2f869b0fdc5_0_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g2f869b0fdc5_0_15"/>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7" name="Google Shape;27;g2f869b0fdc5_0_15"/>
          <p:cNvSpPr txBox="1"/>
          <p:nvPr>
            <p:ph idx="1" type="body"/>
          </p:nvPr>
        </p:nvSpPr>
        <p:spPr>
          <a:xfrm>
            <a:off x="66458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f869b0fdc5_0_15"/>
          <p:cNvSpPr txBox="1"/>
          <p:nvPr>
            <p:ph idx="2" type="body"/>
          </p:nvPr>
        </p:nvSpPr>
        <p:spPr>
          <a:xfrm>
            <a:off x="432025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f869b0fdc5_0_15"/>
          <p:cNvSpPr txBox="1"/>
          <p:nvPr>
            <p:ph idx="3" type="body"/>
          </p:nvPr>
        </p:nvSpPr>
        <p:spPr>
          <a:xfrm>
            <a:off x="797592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0" name="Shape 30"/>
        <p:cNvGrpSpPr/>
        <p:nvPr/>
      </p:nvGrpSpPr>
      <p:grpSpPr>
        <a:xfrm>
          <a:off x="0" y="0"/>
          <a:ext cx="0" cy="0"/>
          <a:chOff x="0" y="0"/>
          <a:chExt cx="0" cy="0"/>
        </a:xfrm>
      </p:grpSpPr>
      <p:sp>
        <p:nvSpPr>
          <p:cNvPr id="31" name="Google Shape;31;g2f869b0fdc5_0_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2f869b0fdc5_0_21"/>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g2f869b0fdc5_0_21"/>
          <p:cNvSpPr txBox="1"/>
          <p:nvPr>
            <p:ph idx="1" type="body"/>
          </p:nvPr>
        </p:nvSpPr>
        <p:spPr>
          <a:xfrm>
            <a:off x="119317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g2f869b0fdc5_0_21"/>
          <p:cNvSpPr txBox="1"/>
          <p:nvPr>
            <p:ph idx="2" type="body"/>
          </p:nvPr>
        </p:nvSpPr>
        <p:spPr>
          <a:xfrm>
            <a:off x="484884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g2f869b0fdc5_0_21"/>
          <p:cNvSpPr txBox="1"/>
          <p:nvPr>
            <p:ph idx="3" type="body"/>
          </p:nvPr>
        </p:nvSpPr>
        <p:spPr>
          <a:xfrm>
            <a:off x="850451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g2f869b0fdc5_0_21"/>
          <p:cNvSpPr txBox="1"/>
          <p:nvPr>
            <p:ph idx="4" type="body"/>
          </p:nvPr>
        </p:nvSpPr>
        <p:spPr>
          <a:xfrm>
            <a:off x="119317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g2f869b0fdc5_0_21"/>
          <p:cNvSpPr txBox="1"/>
          <p:nvPr>
            <p:ph idx="5" type="body"/>
          </p:nvPr>
        </p:nvSpPr>
        <p:spPr>
          <a:xfrm>
            <a:off x="484884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g2f869b0fdc5_0_21"/>
          <p:cNvSpPr txBox="1"/>
          <p:nvPr>
            <p:ph idx="6" type="body"/>
          </p:nvPr>
        </p:nvSpPr>
        <p:spPr>
          <a:xfrm>
            <a:off x="850451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g2f869b0fdc5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g2f869b0fdc5_0_3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g2f869b0fdc5_0_3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g2f869b0fdc5_0_3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1_Blank">
    <p:spTree>
      <p:nvGrpSpPr>
        <p:cNvPr id="45" name="Shape 45"/>
        <p:cNvGrpSpPr/>
        <p:nvPr/>
      </p:nvGrpSpPr>
      <p:grpSpPr>
        <a:xfrm>
          <a:off x="0" y="0"/>
          <a:ext cx="0" cy="0"/>
          <a:chOff x="0" y="0"/>
          <a:chExt cx="0" cy="0"/>
        </a:xfrm>
      </p:grpSpPr>
      <p:sp>
        <p:nvSpPr>
          <p:cNvPr id="46" name="Google Shape;46;g2f869b0fdc5_0_36"/>
          <p:cNvSpPr txBox="1"/>
          <p:nvPr>
            <p:ph idx="12" type="sldNum"/>
          </p:nvPr>
        </p:nvSpPr>
        <p:spPr>
          <a:xfrm>
            <a:off x="145433" y="194699"/>
            <a:ext cx="2409600" cy="1670400"/>
          </a:xfrm>
          <a:prstGeom prst="rect">
            <a:avLst/>
          </a:prstGeom>
          <a:noFill/>
          <a:ln>
            <a:noFill/>
          </a:ln>
        </p:spPr>
        <p:txBody>
          <a:bodyPr anchorCtr="0" anchor="t" bIns="91425" lIns="91425" spcFirstLastPara="1" rIns="91425" wrap="square" tIns="91425">
            <a:noAutofit/>
          </a:bodyPr>
          <a:lstStyle>
            <a:lvl1pPr indent="0" lvl="0" marL="0" algn="l">
              <a:buClr>
                <a:schemeClr val="accent3"/>
              </a:buClr>
              <a:buSzPts val="1200"/>
              <a:buFont typeface="Arial"/>
              <a:buNone/>
              <a:defRPr b="0" i="0" sz="1200" u="none" cap="none" strike="noStrike">
                <a:solidFill>
                  <a:schemeClr val="accent3"/>
                </a:solidFill>
                <a:latin typeface="Arial"/>
                <a:ea typeface="Arial"/>
                <a:cs typeface="Arial"/>
                <a:sym typeface="Arial"/>
              </a:defRPr>
            </a:lvl1pPr>
            <a:lvl2pPr indent="0" lvl="1" marL="0" algn="l">
              <a:buClr>
                <a:schemeClr val="accent3"/>
              </a:buClr>
              <a:buSzPts val="1200"/>
              <a:buFont typeface="Arial"/>
              <a:buNone/>
              <a:defRPr b="0" i="0" sz="1200" u="none" cap="none" strike="noStrike">
                <a:solidFill>
                  <a:schemeClr val="accent3"/>
                </a:solidFill>
                <a:latin typeface="Arial"/>
                <a:ea typeface="Arial"/>
                <a:cs typeface="Arial"/>
                <a:sym typeface="Arial"/>
              </a:defRPr>
            </a:lvl2pPr>
            <a:lvl3pPr indent="0" lvl="2" marL="0" algn="l">
              <a:buClr>
                <a:schemeClr val="accent3"/>
              </a:buClr>
              <a:buSzPts val="1200"/>
              <a:buFont typeface="Arial"/>
              <a:buNone/>
              <a:defRPr b="0" i="0" sz="1200" u="none" cap="none" strike="noStrike">
                <a:solidFill>
                  <a:schemeClr val="accent3"/>
                </a:solidFill>
                <a:latin typeface="Arial"/>
                <a:ea typeface="Arial"/>
                <a:cs typeface="Arial"/>
                <a:sym typeface="Arial"/>
              </a:defRPr>
            </a:lvl3pPr>
            <a:lvl4pPr indent="0" lvl="3" marL="0" algn="l">
              <a:buClr>
                <a:schemeClr val="accent3"/>
              </a:buClr>
              <a:buSzPts val="1200"/>
              <a:buFont typeface="Arial"/>
              <a:buNone/>
              <a:defRPr b="0" i="0" sz="1200" u="none" cap="none" strike="noStrike">
                <a:solidFill>
                  <a:schemeClr val="accent3"/>
                </a:solidFill>
                <a:latin typeface="Arial"/>
                <a:ea typeface="Arial"/>
                <a:cs typeface="Arial"/>
                <a:sym typeface="Arial"/>
              </a:defRPr>
            </a:lvl4pPr>
            <a:lvl5pPr indent="0" lvl="4" marL="0" algn="l">
              <a:buClr>
                <a:schemeClr val="accent3"/>
              </a:buClr>
              <a:buSzPts val="1200"/>
              <a:buFont typeface="Arial"/>
              <a:buNone/>
              <a:defRPr b="0" i="0" sz="1200" u="none" cap="none" strike="noStrike">
                <a:solidFill>
                  <a:schemeClr val="accent3"/>
                </a:solidFill>
                <a:latin typeface="Arial"/>
                <a:ea typeface="Arial"/>
                <a:cs typeface="Arial"/>
                <a:sym typeface="Arial"/>
              </a:defRPr>
            </a:lvl5pPr>
            <a:lvl6pPr indent="0" lvl="5" marL="0" algn="l">
              <a:buClr>
                <a:schemeClr val="accent3"/>
              </a:buClr>
              <a:buSzPts val="1200"/>
              <a:buFont typeface="Arial"/>
              <a:buNone/>
              <a:defRPr b="0" i="0" sz="1200" u="none" cap="none" strike="noStrike">
                <a:solidFill>
                  <a:schemeClr val="accent3"/>
                </a:solidFill>
                <a:latin typeface="Arial"/>
                <a:ea typeface="Arial"/>
                <a:cs typeface="Arial"/>
                <a:sym typeface="Arial"/>
              </a:defRPr>
            </a:lvl6pPr>
            <a:lvl7pPr indent="0" lvl="6" marL="0" algn="l">
              <a:buClr>
                <a:schemeClr val="accent3"/>
              </a:buClr>
              <a:buSzPts val="1200"/>
              <a:buFont typeface="Arial"/>
              <a:buNone/>
              <a:defRPr b="0" i="0" sz="1200" u="none" cap="none" strike="noStrike">
                <a:solidFill>
                  <a:schemeClr val="accent3"/>
                </a:solidFill>
                <a:latin typeface="Arial"/>
                <a:ea typeface="Arial"/>
                <a:cs typeface="Arial"/>
                <a:sym typeface="Arial"/>
              </a:defRPr>
            </a:lvl7pPr>
            <a:lvl8pPr indent="0" lvl="7" marL="0" algn="l">
              <a:buClr>
                <a:schemeClr val="accent3"/>
              </a:buClr>
              <a:buSzPts val="1200"/>
              <a:buFont typeface="Arial"/>
              <a:buNone/>
              <a:defRPr b="0" i="0" sz="1200" u="none" cap="none" strike="noStrike">
                <a:solidFill>
                  <a:schemeClr val="accent3"/>
                </a:solidFill>
                <a:latin typeface="Arial"/>
                <a:ea typeface="Arial"/>
                <a:cs typeface="Arial"/>
                <a:sym typeface="Arial"/>
              </a:defRPr>
            </a:lvl8pPr>
            <a:lvl9pPr indent="0" lvl="8" marL="0" algn="l">
              <a:buClr>
                <a:schemeClr val="accent3"/>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
  <p:cSld name="Blank color">
    <p:bg>
      <p:bgPr>
        <a:solidFill>
          <a:schemeClr val="accent1"/>
        </a:solidFill>
      </p:bgPr>
    </p:bg>
    <p:spTree>
      <p:nvGrpSpPr>
        <p:cNvPr id="47" name="Shape 47"/>
        <p:cNvGrpSpPr/>
        <p:nvPr/>
      </p:nvGrpSpPr>
      <p:grpSpPr>
        <a:xfrm>
          <a:off x="0" y="0"/>
          <a:ext cx="0" cy="0"/>
          <a:chOff x="0" y="0"/>
          <a:chExt cx="0" cy="0"/>
        </a:xfrm>
      </p:grpSpPr>
      <p:sp>
        <p:nvSpPr>
          <p:cNvPr id="48" name="Google Shape;48;g2f869b0fdc5_0_38"/>
          <p:cNvSpPr txBox="1"/>
          <p:nvPr>
            <p:ph idx="12" type="sldNum"/>
          </p:nvPr>
        </p:nvSpPr>
        <p:spPr>
          <a:xfrm>
            <a:off x="145433" y="194699"/>
            <a:ext cx="2409600" cy="1670400"/>
          </a:xfrm>
          <a:prstGeom prst="rect">
            <a:avLst/>
          </a:prstGeom>
          <a:noFill/>
          <a:ln>
            <a:noFill/>
          </a:ln>
        </p:spPr>
        <p:txBody>
          <a:bodyPr anchorCtr="0" anchor="t" bIns="91425" lIns="91425" spcFirstLastPara="1" rIns="91425" wrap="square" tIns="91425">
            <a:noAutofit/>
          </a:bodyPr>
          <a:lstStyle>
            <a:lvl1pPr indent="0" lvl="0" marL="0" algn="l">
              <a:buClr>
                <a:srgbClr val="909297"/>
              </a:buClr>
              <a:buSzPts val="1200"/>
              <a:buFont typeface="Arial"/>
              <a:buNone/>
              <a:defRPr sz="1200">
                <a:solidFill>
                  <a:srgbClr val="909297"/>
                </a:solidFill>
                <a:latin typeface="Arial"/>
                <a:ea typeface="Arial"/>
                <a:cs typeface="Arial"/>
                <a:sym typeface="Arial"/>
              </a:defRPr>
            </a:lvl1pPr>
            <a:lvl2pPr indent="0" lvl="1" marL="0" algn="l">
              <a:buClr>
                <a:srgbClr val="909297"/>
              </a:buClr>
              <a:buSzPts val="1200"/>
              <a:buFont typeface="Arial"/>
              <a:buNone/>
              <a:defRPr sz="1200">
                <a:solidFill>
                  <a:srgbClr val="909297"/>
                </a:solidFill>
                <a:latin typeface="Arial"/>
                <a:ea typeface="Arial"/>
                <a:cs typeface="Arial"/>
                <a:sym typeface="Arial"/>
              </a:defRPr>
            </a:lvl2pPr>
            <a:lvl3pPr indent="0" lvl="2" marL="0" algn="l">
              <a:buClr>
                <a:srgbClr val="909297"/>
              </a:buClr>
              <a:buSzPts val="1200"/>
              <a:buFont typeface="Arial"/>
              <a:buNone/>
              <a:defRPr sz="1200">
                <a:solidFill>
                  <a:srgbClr val="909297"/>
                </a:solidFill>
                <a:latin typeface="Arial"/>
                <a:ea typeface="Arial"/>
                <a:cs typeface="Arial"/>
                <a:sym typeface="Arial"/>
              </a:defRPr>
            </a:lvl3pPr>
            <a:lvl4pPr indent="0" lvl="3" marL="0" algn="l">
              <a:buClr>
                <a:srgbClr val="909297"/>
              </a:buClr>
              <a:buSzPts val="1200"/>
              <a:buFont typeface="Arial"/>
              <a:buNone/>
              <a:defRPr sz="1200">
                <a:solidFill>
                  <a:srgbClr val="909297"/>
                </a:solidFill>
                <a:latin typeface="Arial"/>
                <a:ea typeface="Arial"/>
                <a:cs typeface="Arial"/>
                <a:sym typeface="Arial"/>
              </a:defRPr>
            </a:lvl4pPr>
            <a:lvl5pPr indent="0" lvl="4" marL="0" algn="l">
              <a:buClr>
                <a:srgbClr val="909297"/>
              </a:buClr>
              <a:buSzPts val="1200"/>
              <a:buFont typeface="Arial"/>
              <a:buNone/>
              <a:defRPr sz="1200">
                <a:solidFill>
                  <a:srgbClr val="909297"/>
                </a:solidFill>
                <a:latin typeface="Arial"/>
                <a:ea typeface="Arial"/>
                <a:cs typeface="Arial"/>
                <a:sym typeface="Arial"/>
              </a:defRPr>
            </a:lvl5pPr>
            <a:lvl6pPr indent="0" lvl="5" marL="0" algn="l">
              <a:buClr>
                <a:srgbClr val="909297"/>
              </a:buClr>
              <a:buSzPts val="1200"/>
              <a:buFont typeface="Arial"/>
              <a:buNone/>
              <a:defRPr sz="1200">
                <a:solidFill>
                  <a:srgbClr val="909297"/>
                </a:solidFill>
                <a:latin typeface="Arial"/>
                <a:ea typeface="Arial"/>
                <a:cs typeface="Arial"/>
                <a:sym typeface="Arial"/>
              </a:defRPr>
            </a:lvl6pPr>
            <a:lvl7pPr indent="0" lvl="6" marL="0" algn="l">
              <a:buClr>
                <a:srgbClr val="909297"/>
              </a:buClr>
              <a:buSzPts val="1200"/>
              <a:buFont typeface="Arial"/>
              <a:buNone/>
              <a:defRPr sz="1200">
                <a:solidFill>
                  <a:srgbClr val="909297"/>
                </a:solidFill>
                <a:latin typeface="Arial"/>
                <a:ea typeface="Arial"/>
                <a:cs typeface="Arial"/>
                <a:sym typeface="Arial"/>
              </a:defRPr>
            </a:lvl7pPr>
            <a:lvl8pPr indent="0" lvl="7" marL="0" algn="l">
              <a:buClr>
                <a:srgbClr val="909297"/>
              </a:buClr>
              <a:buSzPts val="1200"/>
              <a:buFont typeface="Arial"/>
              <a:buNone/>
              <a:defRPr sz="1200">
                <a:solidFill>
                  <a:srgbClr val="909297"/>
                </a:solidFill>
                <a:latin typeface="Arial"/>
                <a:ea typeface="Arial"/>
                <a:cs typeface="Arial"/>
                <a:sym typeface="Arial"/>
              </a:defRPr>
            </a:lvl8pPr>
            <a:lvl9pPr indent="0" lvl="8" marL="0" algn="l">
              <a:buClr>
                <a:srgbClr val="909297"/>
              </a:buClr>
              <a:buSzPts val="1200"/>
              <a:buFont typeface="Arial"/>
              <a:buNone/>
              <a:defRPr sz="1200">
                <a:solidFill>
                  <a:srgbClr val="909297"/>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Slide">
  <p:cSld name="General Slide">
    <p:spTree>
      <p:nvGrpSpPr>
        <p:cNvPr id="49" name="Shape 4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 name="Shape 50"/>
        <p:cNvGrpSpPr/>
        <p:nvPr/>
      </p:nvGrpSpPr>
      <p:grpSpPr>
        <a:xfrm>
          <a:off x="0" y="0"/>
          <a:ext cx="0" cy="0"/>
          <a:chOff x="0" y="0"/>
          <a:chExt cx="0" cy="0"/>
        </a:xfrm>
      </p:grpSpPr>
      <p:sp>
        <p:nvSpPr>
          <p:cNvPr id="51" name="Google Shape;51;g2f869b0fdc5_0_4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g2f869b0fdc5_0_4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 name="Google Shape;53;g2f869b0fdc5_0_41"/>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g2f869b0fdc5_0_4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g2f869b0fdc5_0_4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909297"/>
              </a:buClr>
              <a:buSzPts val="2400"/>
              <a:buNone/>
              <a:defRPr sz="2400">
                <a:solidFill>
                  <a:srgbClr val="909297"/>
                </a:solidFill>
              </a:defRPr>
            </a:lvl1pPr>
            <a:lvl2pPr indent="-228600" lvl="1" marL="914400" algn="l">
              <a:lnSpc>
                <a:spcPct val="90000"/>
              </a:lnSpc>
              <a:spcBef>
                <a:spcPts val="500"/>
              </a:spcBef>
              <a:spcAft>
                <a:spcPts val="0"/>
              </a:spcAft>
              <a:buClr>
                <a:srgbClr val="909297"/>
              </a:buClr>
              <a:buSzPts val="2000"/>
              <a:buNone/>
              <a:defRPr sz="2000">
                <a:solidFill>
                  <a:srgbClr val="909297"/>
                </a:solidFill>
              </a:defRPr>
            </a:lvl2pPr>
            <a:lvl3pPr indent="-228600" lvl="2" marL="1371600" algn="l">
              <a:lnSpc>
                <a:spcPct val="90000"/>
              </a:lnSpc>
              <a:spcBef>
                <a:spcPts val="500"/>
              </a:spcBef>
              <a:spcAft>
                <a:spcPts val="0"/>
              </a:spcAft>
              <a:buClr>
                <a:srgbClr val="909297"/>
              </a:buClr>
              <a:buSzPts val="1800"/>
              <a:buNone/>
              <a:defRPr sz="1800">
                <a:solidFill>
                  <a:srgbClr val="909297"/>
                </a:solidFill>
              </a:defRPr>
            </a:lvl3pPr>
            <a:lvl4pPr indent="-228600" lvl="3" marL="1828800" algn="l">
              <a:lnSpc>
                <a:spcPct val="90000"/>
              </a:lnSpc>
              <a:spcBef>
                <a:spcPts val="500"/>
              </a:spcBef>
              <a:spcAft>
                <a:spcPts val="0"/>
              </a:spcAft>
              <a:buClr>
                <a:srgbClr val="909297"/>
              </a:buClr>
              <a:buSzPts val="1600"/>
              <a:buNone/>
              <a:defRPr sz="1600">
                <a:solidFill>
                  <a:srgbClr val="909297"/>
                </a:solidFill>
              </a:defRPr>
            </a:lvl4pPr>
            <a:lvl5pPr indent="-228600" lvl="4" marL="2286000" algn="l">
              <a:lnSpc>
                <a:spcPct val="90000"/>
              </a:lnSpc>
              <a:spcBef>
                <a:spcPts val="500"/>
              </a:spcBef>
              <a:spcAft>
                <a:spcPts val="0"/>
              </a:spcAft>
              <a:buClr>
                <a:srgbClr val="909297"/>
              </a:buClr>
              <a:buSzPts val="1600"/>
              <a:buNone/>
              <a:defRPr sz="1600">
                <a:solidFill>
                  <a:srgbClr val="909297"/>
                </a:solidFill>
              </a:defRPr>
            </a:lvl5pPr>
            <a:lvl6pPr indent="-228600" lvl="5" marL="2743200" algn="l">
              <a:lnSpc>
                <a:spcPct val="90000"/>
              </a:lnSpc>
              <a:spcBef>
                <a:spcPts val="500"/>
              </a:spcBef>
              <a:spcAft>
                <a:spcPts val="0"/>
              </a:spcAft>
              <a:buClr>
                <a:srgbClr val="909297"/>
              </a:buClr>
              <a:buSzPts val="1600"/>
              <a:buNone/>
              <a:defRPr sz="1600">
                <a:solidFill>
                  <a:srgbClr val="909297"/>
                </a:solidFill>
              </a:defRPr>
            </a:lvl6pPr>
            <a:lvl7pPr indent="-228600" lvl="6" marL="3200400" algn="l">
              <a:lnSpc>
                <a:spcPct val="90000"/>
              </a:lnSpc>
              <a:spcBef>
                <a:spcPts val="500"/>
              </a:spcBef>
              <a:spcAft>
                <a:spcPts val="0"/>
              </a:spcAft>
              <a:buClr>
                <a:srgbClr val="909297"/>
              </a:buClr>
              <a:buSzPts val="1600"/>
              <a:buNone/>
              <a:defRPr sz="1600">
                <a:solidFill>
                  <a:srgbClr val="909297"/>
                </a:solidFill>
              </a:defRPr>
            </a:lvl7pPr>
            <a:lvl8pPr indent="-228600" lvl="7" marL="3657600" algn="l">
              <a:lnSpc>
                <a:spcPct val="90000"/>
              </a:lnSpc>
              <a:spcBef>
                <a:spcPts val="500"/>
              </a:spcBef>
              <a:spcAft>
                <a:spcPts val="0"/>
              </a:spcAft>
              <a:buClr>
                <a:srgbClr val="909297"/>
              </a:buClr>
              <a:buSzPts val="1600"/>
              <a:buNone/>
              <a:defRPr sz="1600">
                <a:solidFill>
                  <a:srgbClr val="909297"/>
                </a:solidFill>
              </a:defRPr>
            </a:lvl8pPr>
            <a:lvl9pPr indent="-228600" lvl="8" marL="4114800" algn="l">
              <a:lnSpc>
                <a:spcPct val="90000"/>
              </a:lnSpc>
              <a:spcBef>
                <a:spcPts val="500"/>
              </a:spcBef>
              <a:spcAft>
                <a:spcPts val="0"/>
              </a:spcAft>
              <a:buClr>
                <a:srgbClr val="909297"/>
              </a:buClr>
              <a:buSzPts val="1600"/>
              <a:buNone/>
              <a:defRPr sz="1600">
                <a:solidFill>
                  <a:srgbClr val="909297"/>
                </a:solidFill>
              </a:defRPr>
            </a:lvl9pPr>
          </a:lstStyle>
          <a:p/>
        </p:txBody>
      </p:sp>
      <p:sp>
        <p:nvSpPr>
          <p:cNvPr id="57" name="Google Shape;57;g2f869b0fdc5_0_45"/>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g2f869b0fdc5_0_45"/>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g2f869b0fdc5_0_45"/>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g2f869b0fdc5_0_5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g2f869b0fdc5_0_51"/>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g2f869b0fdc5_0_51"/>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g2f869b0fdc5_0_51"/>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g2f869b0fdc5_0_51"/>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g2f869b0fdc5_0_5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g2f869b0fdc5_0_51"/>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g2f869b0fdc5_0_51"/>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g2f869b0fdc5_0_6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g2f869b0fdc5_0_6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g2f869b0fdc5_0_6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g2f869b0fdc5_0_6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g2f869b0fdc5_0_6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g2f869b0fdc5_0_6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g2f869b0fdc5_0_6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g2f869b0fdc5_0_67"/>
          <p:cNvSpPr/>
          <p:nvPr>
            <p:ph idx="2" type="pic"/>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lvl="0" marR="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g2f869b0fdc5_0_67"/>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g2f869b0fdc5_0_6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g2f869b0fdc5_0_67"/>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g2f869b0fdc5_0_67"/>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g2f869b0fdc5_0_7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g2f869b0fdc5_0_74"/>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g2f869b0fdc5_0_7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g2f869b0fdc5_0_74"/>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g2f869b0fdc5_0_74"/>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g2f869b0fdc5_0_80"/>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g2f869b0fdc5_0_80"/>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g2f869b0fdc5_0_8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 name="Google Shape;93;g2f869b0fdc5_0_8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g2f869b0fdc5_0_8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2f869b0fdc5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g2f869b0fdc5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g2f869b0fdc5_0_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0" i="0" sz="1200" u="none" cap="none" strike="noStrike">
                <a:solidFill>
                  <a:srgbClr val="909297"/>
                </a:solidFill>
                <a:latin typeface="Arial"/>
                <a:ea typeface="Arial"/>
                <a:cs typeface="Arial"/>
                <a:sym typeface="Arial"/>
              </a:defRPr>
            </a:lvl1pPr>
            <a:lvl2pPr indent="0" lvl="1" marL="0" marR="0" algn="l">
              <a:spcBef>
                <a:spcPts val="0"/>
              </a:spcBef>
              <a:buNone/>
              <a:defRPr b="0" i="0" sz="1200" u="none" cap="none" strike="noStrike">
                <a:solidFill>
                  <a:srgbClr val="909297"/>
                </a:solidFill>
                <a:latin typeface="Arial"/>
                <a:ea typeface="Arial"/>
                <a:cs typeface="Arial"/>
                <a:sym typeface="Arial"/>
              </a:defRPr>
            </a:lvl2pPr>
            <a:lvl3pPr indent="0" lvl="2" marL="0" marR="0" algn="l">
              <a:spcBef>
                <a:spcPts val="0"/>
              </a:spcBef>
              <a:buNone/>
              <a:defRPr b="0" i="0" sz="1200" u="none" cap="none" strike="noStrike">
                <a:solidFill>
                  <a:srgbClr val="909297"/>
                </a:solidFill>
                <a:latin typeface="Arial"/>
                <a:ea typeface="Arial"/>
                <a:cs typeface="Arial"/>
                <a:sym typeface="Arial"/>
              </a:defRPr>
            </a:lvl3pPr>
            <a:lvl4pPr indent="0" lvl="3" marL="0" marR="0" algn="l">
              <a:spcBef>
                <a:spcPts val="0"/>
              </a:spcBef>
              <a:buNone/>
              <a:defRPr b="0" i="0" sz="1200" u="none" cap="none" strike="noStrike">
                <a:solidFill>
                  <a:srgbClr val="909297"/>
                </a:solidFill>
                <a:latin typeface="Arial"/>
                <a:ea typeface="Arial"/>
                <a:cs typeface="Arial"/>
                <a:sym typeface="Arial"/>
              </a:defRPr>
            </a:lvl4pPr>
            <a:lvl5pPr indent="0" lvl="4" marL="0" marR="0" algn="l">
              <a:spcBef>
                <a:spcPts val="0"/>
              </a:spcBef>
              <a:buNone/>
              <a:defRPr b="0" i="0" sz="1200" u="none" cap="none" strike="noStrike">
                <a:solidFill>
                  <a:srgbClr val="909297"/>
                </a:solidFill>
                <a:latin typeface="Arial"/>
                <a:ea typeface="Arial"/>
                <a:cs typeface="Arial"/>
                <a:sym typeface="Arial"/>
              </a:defRPr>
            </a:lvl5pPr>
            <a:lvl6pPr indent="0" lvl="5" marL="0" marR="0" algn="l">
              <a:spcBef>
                <a:spcPts val="0"/>
              </a:spcBef>
              <a:buNone/>
              <a:defRPr b="0" i="0" sz="1200" u="none" cap="none" strike="noStrike">
                <a:solidFill>
                  <a:srgbClr val="909297"/>
                </a:solidFill>
                <a:latin typeface="Arial"/>
                <a:ea typeface="Arial"/>
                <a:cs typeface="Arial"/>
                <a:sym typeface="Arial"/>
              </a:defRPr>
            </a:lvl6pPr>
            <a:lvl7pPr indent="0" lvl="6" marL="0" marR="0" algn="l">
              <a:spcBef>
                <a:spcPts val="0"/>
              </a:spcBef>
              <a:buNone/>
              <a:defRPr b="0" i="0" sz="1200" u="none" cap="none" strike="noStrike">
                <a:solidFill>
                  <a:srgbClr val="909297"/>
                </a:solidFill>
                <a:latin typeface="Arial"/>
                <a:ea typeface="Arial"/>
                <a:cs typeface="Arial"/>
                <a:sym typeface="Arial"/>
              </a:defRPr>
            </a:lvl7pPr>
            <a:lvl8pPr indent="0" lvl="7" marL="0" marR="0" algn="l">
              <a:spcBef>
                <a:spcPts val="0"/>
              </a:spcBef>
              <a:buNone/>
              <a:defRPr b="0" i="0" sz="1200" u="none" cap="none" strike="noStrike">
                <a:solidFill>
                  <a:srgbClr val="909297"/>
                </a:solidFill>
                <a:latin typeface="Arial"/>
                <a:ea typeface="Arial"/>
                <a:cs typeface="Arial"/>
                <a:sym typeface="Arial"/>
              </a:defRPr>
            </a:lvl8pPr>
            <a:lvl9pPr indent="0" lvl="8" marL="0" marR="0" algn="l">
              <a:spcBef>
                <a:spcPts val="0"/>
              </a:spcBef>
              <a:buNone/>
              <a:defRPr b="0" i="0" sz="1200" u="none" cap="none" strike="noStrike">
                <a:solidFill>
                  <a:srgbClr val="909297"/>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8" name="Shape 98"/>
        <p:cNvGrpSpPr/>
        <p:nvPr/>
      </p:nvGrpSpPr>
      <p:grpSpPr>
        <a:xfrm>
          <a:off x="0" y="0"/>
          <a:ext cx="0" cy="0"/>
          <a:chOff x="0" y="0"/>
          <a:chExt cx="0" cy="0"/>
        </a:xfrm>
      </p:grpSpPr>
      <p:pic>
        <p:nvPicPr>
          <p:cNvPr id="99" name="Google Shape;99;p1"/>
          <p:cNvPicPr preferRelativeResize="0"/>
          <p:nvPr/>
        </p:nvPicPr>
        <p:blipFill rotWithShape="1">
          <a:blip r:embed="rId3">
            <a:alphaModFix/>
          </a:blip>
          <a:srcRect b="0" l="0" r="0" t="0"/>
          <a:stretch/>
        </p:blipFill>
        <p:spPr>
          <a:xfrm>
            <a:off x="924801" y="1641414"/>
            <a:ext cx="6027751" cy="3773784"/>
          </a:xfrm>
          <a:prstGeom prst="rect">
            <a:avLst/>
          </a:prstGeom>
          <a:noFill/>
          <a:ln>
            <a:noFill/>
          </a:ln>
        </p:spPr>
      </p:pic>
      <p:sp>
        <p:nvSpPr>
          <p:cNvPr id="100" name="Google Shape;100;p1"/>
          <p:cNvSpPr txBox="1"/>
          <p:nvPr>
            <p:ph type="title"/>
          </p:nvPr>
        </p:nvSpPr>
        <p:spPr>
          <a:xfrm>
            <a:off x="6724125" y="2344575"/>
            <a:ext cx="4620600" cy="1325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4400"/>
              <a:buFont typeface="Arial"/>
              <a:buNone/>
            </a:pPr>
            <a:r>
              <a:rPr b="1" lang="en-US">
                <a:solidFill>
                  <a:schemeClr val="lt1"/>
                </a:solidFill>
              </a:rPr>
              <a:t>Lecture 5</a:t>
            </a:r>
            <a:endParaRPr b="1"/>
          </a:p>
        </p:txBody>
      </p:sp>
      <p:sp>
        <p:nvSpPr>
          <p:cNvPr id="101" name="Google Shape;101;p1"/>
          <p:cNvSpPr/>
          <p:nvPr/>
        </p:nvSpPr>
        <p:spPr>
          <a:xfrm>
            <a:off x="10310420" y="6331352"/>
            <a:ext cx="1704000" cy="4167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 name="Google Shape;102;p1"/>
          <p:cNvSpPr txBox="1"/>
          <p:nvPr>
            <p:ph idx="1" type="body"/>
          </p:nvPr>
        </p:nvSpPr>
        <p:spPr>
          <a:xfrm>
            <a:off x="7725075" y="3774200"/>
            <a:ext cx="3619500" cy="501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SzPts val="1800"/>
              <a:buNone/>
            </a:pPr>
            <a:r>
              <a:rPr lang="en-US">
                <a:solidFill>
                  <a:schemeClr val="lt1"/>
                </a:solidFill>
                <a:latin typeface="Arial"/>
                <a:ea typeface="Arial"/>
                <a:cs typeface="Arial"/>
                <a:sym typeface="Arial"/>
              </a:rPr>
              <a:t>Tables</a:t>
            </a:r>
            <a:endParaRPr>
              <a:solidFill>
                <a:schemeClr val="lt1"/>
              </a:solidFill>
              <a:latin typeface="Arial"/>
              <a:ea typeface="Arial"/>
              <a:cs typeface="Arial"/>
              <a:sym typeface="Arial"/>
            </a:endParaRPr>
          </a:p>
        </p:txBody>
      </p:sp>
      <p:cxnSp>
        <p:nvCxnSpPr>
          <p:cNvPr id="103" name="Google Shape;103;p1"/>
          <p:cNvCxnSpPr/>
          <p:nvPr/>
        </p:nvCxnSpPr>
        <p:spPr>
          <a:xfrm>
            <a:off x="7707700" y="3532925"/>
            <a:ext cx="36195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pic>
        <p:nvPicPr>
          <p:cNvPr id="108" name="Google Shape;108;p2"/>
          <p:cNvPicPr preferRelativeResize="0"/>
          <p:nvPr/>
        </p:nvPicPr>
        <p:blipFill rotWithShape="1">
          <a:blip r:embed="rId3">
            <a:alphaModFix/>
          </a:blip>
          <a:srcRect b="0" l="0" r="0" t="0"/>
          <a:stretch/>
        </p:blipFill>
        <p:spPr>
          <a:xfrm>
            <a:off x="1285625" y="920325"/>
            <a:ext cx="4887676" cy="4887676"/>
          </a:xfrm>
          <a:prstGeom prst="rect">
            <a:avLst/>
          </a:prstGeom>
          <a:noFill/>
          <a:ln>
            <a:noFill/>
          </a:ln>
        </p:spPr>
      </p:pic>
      <p:sp>
        <p:nvSpPr>
          <p:cNvPr id="109" name="Google Shape;109;p2"/>
          <p:cNvSpPr txBox="1"/>
          <p:nvPr>
            <p:ph type="title"/>
          </p:nvPr>
        </p:nvSpPr>
        <p:spPr>
          <a:xfrm>
            <a:off x="7498700" y="1552500"/>
            <a:ext cx="3445200" cy="797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Arial"/>
              <a:buNone/>
            </a:pPr>
            <a:r>
              <a:rPr b="1" lang="en-US" sz="4000">
                <a:solidFill>
                  <a:schemeClr val="lt1"/>
                </a:solidFill>
                <a:latin typeface="Arial"/>
                <a:ea typeface="Arial"/>
                <a:cs typeface="Arial"/>
                <a:sym typeface="Arial"/>
              </a:rPr>
              <a:t>A G E N D A</a:t>
            </a:r>
            <a:endParaRPr b="1" sz="4000">
              <a:latin typeface="Arial"/>
              <a:ea typeface="Arial"/>
              <a:cs typeface="Arial"/>
              <a:sym typeface="Arial"/>
            </a:endParaRPr>
          </a:p>
        </p:txBody>
      </p:sp>
      <p:sp>
        <p:nvSpPr>
          <p:cNvPr id="110" name="Google Shape;110;p2"/>
          <p:cNvSpPr txBox="1"/>
          <p:nvPr>
            <p:ph idx="1" type="body"/>
          </p:nvPr>
        </p:nvSpPr>
        <p:spPr>
          <a:xfrm>
            <a:off x="7212525" y="2635200"/>
            <a:ext cx="4520100" cy="34539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0"/>
              </a:spcBef>
              <a:spcAft>
                <a:spcPts val="0"/>
              </a:spcAft>
              <a:buSzPts val="1800"/>
              <a:buNone/>
            </a:pPr>
            <a:r>
              <a:t/>
            </a:r>
            <a:endParaRPr sz="2400">
              <a:solidFill>
                <a:schemeClr val="lt1"/>
              </a:solidFill>
            </a:endParaRPr>
          </a:p>
          <a:p>
            <a:pPr indent="-381000" lvl="0" marL="457200" rtl="0" algn="l">
              <a:lnSpc>
                <a:spcPct val="90000"/>
              </a:lnSpc>
              <a:spcBef>
                <a:spcPts val="0"/>
              </a:spcBef>
              <a:spcAft>
                <a:spcPts val="0"/>
              </a:spcAft>
              <a:buClr>
                <a:schemeClr val="lt1"/>
              </a:buClr>
              <a:buSzPts val="2400"/>
              <a:buChar char="•"/>
            </a:pPr>
            <a:r>
              <a:rPr lang="en-US" sz="2400">
                <a:solidFill>
                  <a:schemeClr val="lt1"/>
                </a:solidFill>
              </a:rPr>
              <a:t>Tables</a:t>
            </a:r>
            <a:endParaRPr sz="2400">
              <a:solidFill>
                <a:schemeClr val="lt1"/>
              </a:solidFill>
            </a:endParaRPr>
          </a:p>
          <a:p>
            <a:pPr indent="0" lvl="0" marL="457200" rtl="0" algn="l">
              <a:lnSpc>
                <a:spcPct val="90000"/>
              </a:lnSpc>
              <a:spcBef>
                <a:spcPts val="0"/>
              </a:spcBef>
              <a:spcAft>
                <a:spcPts val="0"/>
              </a:spcAft>
              <a:buSzPts val="1800"/>
              <a:buNone/>
            </a:pPr>
            <a:r>
              <a:t/>
            </a:r>
            <a:endParaRPr sz="2400">
              <a:solidFill>
                <a:schemeClr val="lt1"/>
              </a:solidFill>
            </a:endParaRPr>
          </a:p>
          <a:p>
            <a:pPr indent="-381000" lvl="0" marL="457200" rtl="0" algn="l">
              <a:lnSpc>
                <a:spcPct val="90000"/>
              </a:lnSpc>
              <a:spcBef>
                <a:spcPts val="0"/>
              </a:spcBef>
              <a:spcAft>
                <a:spcPts val="0"/>
              </a:spcAft>
              <a:buClr>
                <a:schemeClr val="lt1"/>
              </a:buClr>
              <a:buSzPts val="2400"/>
              <a:buChar char="•"/>
            </a:pPr>
            <a:r>
              <a:rPr lang="en-US" sz="2400">
                <a:solidFill>
                  <a:schemeClr val="lt1"/>
                </a:solidFill>
              </a:rPr>
              <a:t>Table Headers</a:t>
            </a:r>
            <a:endParaRPr sz="2400">
              <a:solidFill>
                <a:schemeClr val="lt1"/>
              </a:solidFill>
            </a:endParaRPr>
          </a:p>
          <a:p>
            <a:pPr indent="0" lvl="0" marL="457200" rtl="0" algn="l">
              <a:lnSpc>
                <a:spcPct val="90000"/>
              </a:lnSpc>
              <a:spcBef>
                <a:spcPts val="0"/>
              </a:spcBef>
              <a:spcAft>
                <a:spcPts val="0"/>
              </a:spcAft>
              <a:buSzPts val="1800"/>
              <a:buNone/>
            </a:pPr>
            <a:r>
              <a:t/>
            </a:r>
            <a:endParaRPr sz="2400">
              <a:solidFill>
                <a:schemeClr val="lt1"/>
              </a:solidFill>
            </a:endParaRPr>
          </a:p>
          <a:p>
            <a:pPr indent="-381000" lvl="0" marL="457200" rtl="0" algn="l">
              <a:lnSpc>
                <a:spcPct val="90000"/>
              </a:lnSpc>
              <a:spcBef>
                <a:spcPts val="0"/>
              </a:spcBef>
              <a:spcAft>
                <a:spcPts val="0"/>
              </a:spcAft>
              <a:buClr>
                <a:schemeClr val="lt1"/>
              </a:buClr>
              <a:buSzPts val="2400"/>
              <a:buChar char="•"/>
            </a:pPr>
            <a:r>
              <a:rPr lang="en-US" sz="2400">
                <a:solidFill>
                  <a:schemeClr val="lt1"/>
                </a:solidFill>
              </a:rPr>
              <a:t>Column Width / Row Height</a:t>
            </a:r>
            <a:endParaRPr sz="2400">
              <a:solidFill>
                <a:schemeClr val="lt1"/>
              </a:solidFill>
            </a:endParaRPr>
          </a:p>
          <a:p>
            <a:pPr indent="0" lvl="0" marL="457200" rtl="0" algn="l">
              <a:lnSpc>
                <a:spcPct val="90000"/>
              </a:lnSpc>
              <a:spcBef>
                <a:spcPts val="0"/>
              </a:spcBef>
              <a:spcAft>
                <a:spcPts val="0"/>
              </a:spcAft>
              <a:buSzPts val="1800"/>
              <a:buNone/>
            </a:pPr>
            <a:r>
              <a:t/>
            </a:r>
            <a:endParaRPr sz="2400">
              <a:solidFill>
                <a:schemeClr val="lt1"/>
              </a:solidFill>
            </a:endParaRPr>
          </a:p>
          <a:p>
            <a:pPr indent="-381000" lvl="0" marL="457200" rtl="0" algn="l">
              <a:lnSpc>
                <a:spcPct val="90000"/>
              </a:lnSpc>
              <a:spcBef>
                <a:spcPts val="0"/>
              </a:spcBef>
              <a:spcAft>
                <a:spcPts val="0"/>
              </a:spcAft>
              <a:buClr>
                <a:schemeClr val="lt1"/>
              </a:buClr>
              <a:buSzPts val="2400"/>
              <a:buChar char="•"/>
            </a:pPr>
            <a:r>
              <a:rPr lang="en-US" sz="2400">
                <a:solidFill>
                  <a:schemeClr val="lt1"/>
                </a:solidFill>
              </a:rPr>
              <a:t>Colspan / Rowspan</a:t>
            </a:r>
            <a:endParaRPr sz="1400">
              <a:solidFill>
                <a:schemeClr val="lt1"/>
              </a:solidFill>
              <a:latin typeface="Arial"/>
              <a:ea typeface="Arial"/>
              <a:cs typeface="Arial"/>
              <a:sym typeface="Arial"/>
            </a:endParaRPr>
          </a:p>
        </p:txBody>
      </p:sp>
      <p:cxnSp>
        <p:nvCxnSpPr>
          <p:cNvPr id="111" name="Google Shape;111;p2"/>
          <p:cNvCxnSpPr/>
          <p:nvPr/>
        </p:nvCxnSpPr>
        <p:spPr>
          <a:xfrm>
            <a:off x="7394800" y="2431075"/>
            <a:ext cx="3151800" cy="0"/>
          </a:xfrm>
          <a:prstGeom prst="straightConnector1">
            <a:avLst/>
          </a:prstGeom>
          <a:noFill/>
          <a:ln cap="flat" cmpd="sng" w="9525">
            <a:solidFill>
              <a:schemeClr val="lt1"/>
            </a:solidFill>
            <a:prstDash val="solid"/>
            <a:round/>
            <a:headEnd len="sm" w="sm" type="none"/>
            <a:tailEnd len="sm" w="sm" type="none"/>
          </a:ln>
        </p:spPr>
      </p:cxnSp>
      <p:cxnSp>
        <p:nvCxnSpPr>
          <p:cNvPr id="112" name="Google Shape;112;p2"/>
          <p:cNvCxnSpPr/>
          <p:nvPr/>
        </p:nvCxnSpPr>
        <p:spPr>
          <a:xfrm>
            <a:off x="7394800" y="1471625"/>
            <a:ext cx="31518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6" name="Shape 116"/>
        <p:cNvGrpSpPr/>
        <p:nvPr/>
      </p:nvGrpSpPr>
      <p:grpSpPr>
        <a:xfrm>
          <a:off x="0" y="0"/>
          <a:ext cx="0" cy="0"/>
          <a:chOff x="0" y="0"/>
          <a:chExt cx="0" cy="0"/>
        </a:xfrm>
      </p:grpSpPr>
      <p:sp>
        <p:nvSpPr>
          <p:cNvPr id="117" name="Google Shape;117;p3"/>
          <p:cNvSpPr/>
          <p:nvPr/>
        </p:nvSpPr>
        <p:spPr>
          <a:xfrm>
            <a:off x="5441049" y="1166224"/>
            <a:ext cx="7799816" cy="6734956"/>
          </a:xfrm>
          <a:custGeom>
            <a:rect b="b" l="l" r="r" t="t"/>
            <a:pathLst>
              <a:path extrusionOk="0" h="6734956" w="7799816">
                <a:moveTo>
                  <a:pt x="7248257" y="887164"/>
                </a:moveTo>
                <a:cubicBezTo>
                  <a:pt x="7045057" y="-102099"/>
                  <a:pt x="6403373" y="-152899"/>
                  <a:pt x="6013015" y="197354"/>
                </a:cubicBezTo>
                <a:cubicBezTo>
                  <a:pt x="5622657" y="547607"/>
                  <a:pt x="5652068" y="2451269"/>
                  <a:pt x="4906110" y="2988680"/>
                </a:cubicBezTo>
                <a:cubicBezTo>
                  <a:pt x="4160152" y="3526091"/>
                  <a:pt x="2593372" y="3058198"/>
                  <a:pt x="1537267" y="3421818"/>
                </a:cubicBezTo>
                <a:cubicBezTo>
                  <a:pt x="481162" y="3785438"/>
                  <a:pt x="-518795" y="5403017"/>
                  <a:pt x="302026" y="6325438"/>
                </a:cubicBezTo>
                <a:cubicBezTo>
                  <a:pt x="1106805" y="6766596"/>
                  <a:pt x="6074510" y="7039312"/>
                  <a:pt x="7232215" y="6132933"/>
                </a:cubicBezTo>
                <a:cubicBezTo>
                  <a:pt x="8389920" y="5226554"/>
                  <a:pt x="7451457" y="1876427"/>
                  <a:pt x="7248257" y="887164"/>
                </a:cubicBez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3"/>
          <p:cNvSpPr txBox="1"/>
          <p:nvPr>
            <p:ph type="title"/>
          </p:nvPr>
        </p:nvSpPr>
        <p:spPr>
          <a:xfrm>
            <a:off x="838199" y="365125"/>
            <a:ext cx="108924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Arial"/>
              <a:buNone/>
            </a:pPr>
            <a:r>
              <a:rPr b="1" lang="en-US">
                <a:solidFill>
                  <a:schemeClr val="lt1"/>
                </a:solidFill>
              </a:rPr>
              <a:t>Tables</a:t>
            </a:r>
            <a:endParaRPr b="1"/>
          </a:p>
        </p:txBody>
      </p:sp>
      <p:grpSp>
        <p:nvGrpSpPr>
          <p:cNvPr id="119" name="Google Shape;119;p3"/>
          <p:cNvGrpSpPr/>
          <p:nvPr/>
        </p:nvGrpSpPr>
        <p:grpSpPr>
          <a:xfrm>
            <a:off x="8923271" y="3307227"/>
            <a:ext cx="2993546" cy="2620037"/>
            <a:chOff x="5259751" y="732778"/>
            <a:chExt cx="6557604" cy="5739403"/>
          </a:xfrm>
        </p:grpSpPr>
        <p:grpSp>
          <p:nvGrpSpPr>
            <p:cNvPr id="120" name="Google Shape;120;p3"/>
            <p:cNvGrpSpPr/>
            <p:nvPr/>
          </p:nvGrpSpPr>
          <p:grpSpPr>
            <a:xfrm rot="-819746">
              <a:off x="7170211" y="1966797"/>
              <a:ext cx="818210" cy="1067033"/>
              <a:chOff x="7135192" y="1236172"/>
              <a:chExt cx="818214" cy="1067038"/>
            </a:xfrm>
          </p:grpSpPr>
          <p:sp>
            <p:nvSpPr>
              <p:cNvPr id="121" name="Google Shape;121;p3"/>
              <p:cNvSpPr/>
              <p:nvPr/>
            </p:nvSpPr>
            <p:spPr>
              <a:xfrm>
                <a:off x="7515757" y="1236172"/>
                <a:ext cx="437649" cy="579977"/>
              </a:xfrm>
              <a:custGeom>
                <a:rect b="b" l="l" r="r" t="t"/>
                <a:pathLst>
                  <a:path extrusionOk="0" fill="none" h="15880" w="11983">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122" name="Google Shape;122;p3"/>
              <p:cNvGrpSpPr/>
              <p:nvPr/>
            </p:nvGrpSpPr>
            <p:grpSpPr>
              <a:xfrm>
                <a:off x="7135192" y="1625685"/>
                <a:ext cx="791271" cy="677525"/>
                <a:chOff x="1934025" y="1001650"/>
                <a:chExt cx="415300" cy="355600"/>
              </a:xfrm>
            </p:grpSpPr>
            <p:sp>
              <p:nvSpPr>
                <p:cNvPr id="123" name="Google Shape;123;p3"/>
                <p:cNvSpPr/>
                <p:nvPr/>
              </p:nvSpPr>
              <p:spPr>
                <a:xfrm>
                  <a:off x="1934025" y="1303650"/>
                  <a:ext cx="207650" cy="53600"/>
                </a:xfrm>
                <a:custGeom>
                  <a:rect b="b" l="l" r="r" t="t"/>
                  <a:pathLst>
                    <a:path extrusionOk="0" fill="none" h="2144" w="8306">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2141650" y="1303650"/>
                  <a:ext cx="207675" cy="53600"/>
                </a:xfrm>
                <a:custGeom>
                  <a:rect b="b" l="l" r="r" t="t"/>
                  <a:pathLst>
                    <a:path extrusionOk="0" fill="none" h="2144" w="8307">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p:nvPr/>
              </p:nvSpPr>
              <p:spPr>
                <a:xfrm>
                  <a:off x="1934025" y="1001650"/>
                  <a:ext cx="207650" cy="331250"/>
                </a:xfrm>
                <a:custGeom>
                  <a:rect b="b" l="l" r="r" t="t"/>
                  <a:pathLst>
                    <a:path extrusionOk="0" fill="none" h="13250" w="8306">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6" name="Google Shape;126;p3"/>
                <p:cNvSpPr/>
                <p:nvPr/>
              </p:nvSpPr>
              <p:spPr>
                <a:xfrm>
                  <a:off x="2141650" y="1001650"/>
                  <a:ext cx="207675" cy="331250"/>
                </a:xfrm>
                <a:custGeom>
                  <a:rect b="b" l="l" r="r" t="t"/>
                  <a:pathLst>
                    <a:path extrusionOk="0" fill="none" h="13250" w="8307">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
          <p:nvSpPr>
            <p:cNvPr id="127" name="Google Shape;127;p3"/>
            <p:cNvSpPr/>
            <p:nvPr/>
          </p:nvSpPr>
          <p:spPr>
            <a:xfrm rot="859025">
              <a:off x="6902969" y="4365203"/>
              <a:ext cx="594923" cy="763593"/>
            </a:xfrm>
            <a:custGeom>
              <a:rect b="b" l="l" r="r" t="t"/>
              <a:pathLst>
                <a:path extrusionOk="0" fill="none" h="20508" w="15978">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p:nvPr/>
          </p:nvSpPr>
          <p:spPr>
            <a:xfrm rot="-1283916">
              <a:off x="11027929" y="4691751"/>
              <a:ext cx="615985" cy="1067124"/>
            </a:xfrm>
            <a:custGeom>
              <a:rect b="b" l="l" r="r" t="t"/>
              <a:pathLst>
                <a:path extrusionOk="0" fill="none" h="20508" w="11838">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129" name="Google Shape;129;p3"/>
            <p:cNvGrpSpPr/>
            <p:nvPr/>
          </p:nvGrpSpPr>
          <p:grpSpPr>
            <a:xfrm rot="929101">
              <a:off x="10666777" y="845650"/>
              <a:ext cx="970514" cy="919313"/>
              <a:chOff x="2583100" y="2973775"/>
              <a:chExt cx="461550" cy="437200"/>
            </a:xfrm>
          </p:grpSpPr>
          <p:sp>
            <p:nvSpPr>
              <p:cNvPr id="130" name="Google Shape;130;p3"/>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1" name="Google Shape;131;p3"/>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32" name="Google Shape;132;p3"/>
            <p:cNvGrpSpPr/>
            <p:nvPr/>
          </p:nvGrpSpPr>
          <p:grpSpPr>
            <a:xfrm>
              <a:off x="5259751" y="5850496"/>
              <a:ext cx="836142" cy="621685"/>
              <a:chOff x="5247525" y="3007275"/>
              <a:chExt cx="517575" cy="384825"/>
            </a:xfrm>
          </p:grpSpPr>
          <p:sp>
            <p:nvSpPr>
              <p:cNvPr id="133" name="Google Shape;133;p3"/>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4" name="Google Shape;134;p3"/>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p3"/>
            <p:cNvGrpSpPr/>
            <p:nvPr/>
          </p:nvGrpSpPr>
          <p:grpSpPr>
            <a:xfrm rot="-995577">
              <a:off x="8647544" y="3714912"/>
              <a:ext cx="874251" cy="717776"/>
              <a:chOff x="2599525" y="3688600"/>
              <a:chExt cx="428675" cy="351950"/>
            </a:xfrm>
          </p:grpSpPr>
          <p:sp>
            <p:nvSpPr>
              <p:cNvPr id="136" name="Google Shape;136;p3"/>
              <p:cNvSpPr/>
              <p:nvPr/>
            </p:nvSpPr>
            <p:spPr>
              <a:xfrm>
                <a:off x="2599525" y="3688600"/>
                <a:ext cx="428675" cy="168675"/>
              </a:xfrm>
              <a:custGeom>
                <a:rect b="b" l="l" r="r" t="t"/>
                <a:pathLst>
                  <a:path extrusionOk="0" fill="none" h="6747" w="17147">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7" name="Google Shape;137;p3"/>
              <p:cNvSpPr/>
              <p:nvPr/>
            </p:nvSpPr>
            <p:spPr>
              <a:xfrm>
                <a:off x="2792550" y="3862125"/>
                <a:ext cx="42650" cy="23775"/>
              </a:xfrm>
              <a:custGeom>
                <a:rect b="b" l="l" r="r" t="t"/>
                <a:pathLst>
                  <a:path extrusionOk="0" fill="none" h="951" w="1706">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8" name="Google Shape;138;p3"/>
              <p:cNvSpPr/>
              <p:nvPr/>
            </p:nvSpPr>
            <p:spPr>
              <a:xfrm>
                <a:off x="2599525" y="3852375"/>
                <a:ext cx="428675" cy="188175"/>
              </a:xfrm>
              <a:custGeom>
                <a:rect b="b" l="l" r="r" t="t"/>
                <a:pathLst>
                  <a:path extrusionOk="0" fill="none" h="7527" w="17147">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39" name="Google Shape;139;p3"/>
            <p:cNvGrpSpPr/>
            <p:nvPr/>
          </p:nvGrpSpPr>
          <p:grpSpPr>
            <a:xfrm>
              <a:off x="10447751" y="3460900"/>
              <a:ext cx="688381" cy="688381"/>
              <a:chOff x="5941025" y="3634400"/>
              <a:chExt cx="467650" cy="467650"/>
            </a:xfrm>
          </p:grpSpPr>
          <p:sp>
            <p:nvSpPr>
              <p:cNvPr id="140" name="Google Shape;140;p3"/>
              <p:cNvSpPr/>
              <p:nvPr/>
            </p:nvSpPr>
            <p:spPr>
              <a:xfrm>
                <a:off x="5941025" y="3634400"/>
                <a:ext cx="467650" cy="467650"/>
              </a:xfrm>
              <a:custGeom>
                <a:rect b="b" l="l" r="r" t="t"/>
                <a:pathLst>
                  <a:path extrusionOk="0" fill="none" h="18706" w="18706">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1" name="Google Shape;141;p3"/>
              <p:cNvSpPr/>
              <p:nvPr/>
            </p:nvSpPr>
            <p:spPr>
              <a:xfrm>
                <a:off x="6211975" y="3753150"/>
                <a:ext cx="19525" cy="18900"/>
              </a:xfrm>
              <a:custGeom>
                <a:rect b="b" l="l" r="r" t="t"/>
                <a:pathLst>
                  <a:path extrusionOk="0" fill="none" h="756" w="781">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2" name="Google Shape;142;p3"/>
              <p:cNvSpPr/>
              <p:nvPr/>
            </p:nvSpPr>
            <p:spPr>
              <a:xfrm>
                <a:off x="5943475" y="3695900"/>
                <a:ext cx="177800" cy="351350"/>
              </a:xfrm>
              <a:custGeom>
                <a:rect b="b" l="l" r="r" t="t"/>
                <a:pathLst>
                  <a:path extrusionOk="0" fill="none" h="14054" w="7112">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p:nvPr/>
            </p:nvSpPr>
            <p:spPr>
              <a:xfrm>
                <a:off x="6128575" y="3695900"/>
                <a:ext cx="86475" cy="47525"/>
              </a:xfrm>
              <a:custGeom>
                <a:rect b="b" l="l" r="r" t="t"/>
                <a:pathLst>
                  <a:path extrusionOk="0" fill="none" h="1901" w="3459">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4" name="Google Shape;144;p3"/>
              <p:cNvSpPr/>
              <p:nvPr/>
            </p:nvSpPr>
            <p:spPr>
              <a:xfrm>
                <a:off x="6357500" y="3940075"/>
                <a:ext cx="18900" cy="34725"/>
              </a:xfrm>
              <a:custGeom>
                <a:rect b="b" l="l" r="r" t="t"/>
                <a:pathLst>
                  <a:path extrusionOk="0" fill="none" h="1389" w="756">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5" name="Google Shape;145;p3"/>
              <p:cNvSpPr/>
              <p:nvPr/>
            </p:nvSpPr>
            <p:spPr>
              <a:xfrm>
                <a:off x="6202850" y="3720875"/>
                <a:ext cx="204000" cy="278875"/>
              </a:xfrm>
              <a:custGeom>
                <a:rect b="b" l="l" r="r" t="t"/>
                <a:pathLst>
                  <a:path extrusionOk="0" fill="none" h="11155" w="816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46" name="Google Shape;146;p3"/>
            <p:cNvGrpSpPr/>
            <p:nvPr/>
          </p:nvGrpSpPr>
          <p:grpSpPr>
            <a:xfrm rot="-1150372">
              <a:off x="9034375" y="1570689"/>
              <a:ext cx="754925" cy="714869"/>
              <a:chOff x="5973900" y="318475"/>
              <a:chExt cx="401900" cy="380575"/>
            </a:xfrm>
          </p:grpSpPr>
          <p:sp>
            <p:nvSpPr>
              <p:cNvPr id="147" name="Google Shape;147;p3"/>
              <p:cNvSpPr/>
              <p:nvPr/>
            </p:nvSpPr>
            <p:spPr>
              <a:xfrm>
                <a:off x="5973900" y="337975"/>
                <a:ext cx="401900" cy="67000"/>
              </a:xfrm>
              <a:custGeom>
                <a:rect b="b" l="l" r="r" t="t"/>
                <a:pathLst>
                  <a:path extrusionOk="0" fill="none" h="2680" w="16076">
                    <a:moveTo>
                      <a:pt x="16075" y="2679"/>
                    </a:moveTo>
                    <a:lnTo>
                      <a:pt x="16075" y="0"/>
                    </a:lnTo>
                    <a:lnTo>
                      <a:pt x="1" y="0"/>
                    </a:lnTo>
                    <a:lnTo>
                      <a:pt x="1" y="2679"/>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8" name="Google Shape;148;p3"/>
              <p:cNvSpPr/>
              <p:nvPr/>
            </p:nvSpPr>
            <p:spPr>
              <a:xfrm>
                <a:off x="6024450"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p:nvPr/>
            </p:nvSpPr>
            <p:spPr>
              <a:xfrm>
                <a:off x="6280175"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0" name="Google Shape;150;p3"/>
              <p:cNvSpPr/>
              <p:nvPr/>
            </p:nvSpPr>
            <p:spPr>
              <a:xfrm>
                <a:off x="5973900" y="667375"/>
                <a:ext cx="401900" cy="31675"/>
              </a:xfrm>
              <a:custGeom>
                <a:rect b="b" l="l" r="r" t="t"/>
                <a:pathLst>
                  <a:path extrusionOk="0" fill="none" h="1267" w="16076">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1" name="Google Shape;151;p3"/>
              <p:cNvSpPr/>
              <p:nvPr/>
            </p:nvSpPr>
            <p:spPr>
              <a:xfrm>
                <a:off x="6302700"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2" name="Google Shape;152;p3"/>
              <p:cNvSpPr/>
              <p:nvPr/>
            </p:nvSpPr>
            <p:spPr>
              <a:xfrm>
                <a:off x="6046975"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3" name="Google Shape;153;p3"/>
              <p:cNvSpPr/>
              <p:nvPr/>
            </p:nvSpPr>
            <p:spPr>
              <a:xfrm>
                <a:off x="5973900" y="407375"/>
                <a:ext cx="401900" cy="272200"/>
              </a:xfrm>
              <a:custGeom>
                <a:rect b="b" l="l" r="r" t="t"/>
                <a:pathLst>
                  <a:path extrusionOk="0" fill="none" h="10888" w="16076">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p:nvPr/>
            </p:nvSpPr>
            <p:spPr>
              <a:xfrm>
                <a:off x="6024450" y="456100"/>
                <a:ext cx="300800" cy="175375"/>
              </a:xfrm>
              <a:custGeom>
                <a:rect b="b" l="l" r="r" t="t"/>
                <a:pathLst>
                  <a:path extrusionOk="0" fill="none" h="7015" w="12032">
                    <a:moveTo>
                      <a:pt x="0" y="0"/>
                    </a:moveTo>
                    <a:lnTo>
                      <a:pt x="12032" y="0"/>
                    </a:lnTo>
                    <a:lnTo>
                      <a:pt x="12032" y="7014"/>
                    </a:lnTo>
                    <a:lnTo>
                      <a:pt x="0" y="7014"/>
                    </a:lnTo>
                    <a:lnTo>
                      <a:pt x="0" y="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5" name="Google Shape;155;p3"/>
              <p:cNvSpPr/>
              <p:nvPr/>
            </p:nvSpPr>
            <p:spPr>
              <a:xfrm>
                <a:off x="6024450" y="57300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p:nvPr/>
            </p:nvSpPr>
            <p:spPr>
              <a:xfrm>
                <a:off x="6024450" y="51455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7" name="Google Shape;157;p3"/>
              <p:cNvSpPr/>
              <p:nvPr/>
            </p:nvSpPr>
            <p:spPr>
              <a:xfrm>
                <a:off x="626495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p:nvPr/>
            </p:nvSpPr>
            <p:spPr>
              <a:xfrm>
                <a:off x="6204675" y="456100"/>
                <a:ext cx="25" cy="175375"/>
              </a:xfrm>
              <a:custGeom>
                <a:rect b="b" l="l" r="r" t="t"/>
                <a:pathLst>
                  <a:path extrusionOk="0" fill="none" h="7015" w="1">
                    <a:moveTo>
                      <a:pt x="0" y="0"/>
                    </a:moveTo>
                    <a:lnTo>
                      <a:pt x="0"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9" name="Google Shape;159;p3"/>
              <p:cNvSpPr/>
              <p:nvPr/>
            </p:nvSpPr>
            <p:spPr>
              <a:xfrm>
                <a:off x="614500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0" name="Google Shape;160;p3"/>
              <p:cNvSpPr/>
              <p:nvPr/>
            </p:nvSpPr>
            <p:spPr>
              <a:xfrm>
                <a:off x="6084725"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3"/>
            <p:cNvGrpSpPr/>
            <p:nvPr/>
          </p:nvGrpSpPr>
          <p:grpSpPr>
            <a:xfrm rot="-2485038">
              <a:off x="7686107" y="5449622"/>
              <a:ext cx="833851" cy="799886"/>
              <a:chOff x="5233525" y="4954450"/>
              <a:chExt cx="538275" cy="516350"/>
            </a:xfrm>
          </p:grpSpPr>
          <p:sp>
            <p:nvSpPr>
              <p:cNvPr id="162" name="Google Shape;162;p3"/>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3" name="Google Shape;163;p3"/>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4" name="Google Shape;164;p3"/>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5" name="Google Shape;165;p3"/>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6" name="Google Shape;166;p3"/>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7" name="Google Shape;167;p3"/>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8" name="Google Shape;168;p3"/>
              <p:cNvSpPr/>
              <p:nvPr/>
            </p:nvSpPr>
            <p:spPr>
              <a:xfrm>
                <a:off x="5367475" y="5025075"/>
                <a:ext cx="81600" cy="105975"/>
              </a:xfrm>
              <a:custGeom>
                <a:rect b="b" l="l" r="r" t="t"/>
                <a:pathLst>
                  <a:path extrusionOk="0" fill="none" h="4239" w="3264">
                    <a:moveTo>
                      <a:pt x="0" y="1"/>
                    </a:moveTo>
                    <a:lnTo>
                      <a:pt x="3264" y="423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9" name="Google Shape;169;p3"/>
              <p:cNvSpPr/>
              <p:nvPr/>
            </p:nvSpPr>
            <p:spPr>
              <a:xfrm>
                <a:off x="5567800" y="4999500"/>
                <a:ext cx="115100" cy="133975"/>
              </a:xfrm>
              <a:custGeom>
                <a:rect b="b" l="l" r="r" t="t"/>
                <a:pathLst>
                  <a:path extrusionOk="0" fill="none" h="5359" w="4604">
                    <a:moveTo>
                      <a:pt x="0" y="5359"/>
                    </a:moveTo>
                    <a:lnTo>
                      <a:pt x="460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0" name="Google Shape;170;p3"/>
              <p:cNvSpPr/>
              <p:nvPr/>
            </p:nvSpPr>
            <p:spPr>
              <a:xfrm>
                <a:off x="5600075" y="5217475"/>
                <a:ext cx="127275" cy="16475"/>
              </a:xfrm>
              <a:custGeom>
                <a:rect b="b" l="l" r="r" t="t"/>
                <a:pathLst>
                  <a:path extrusionOk="0" fill="none" h="659" w="5091">
                    <a:moveTo>
                      <a:pt x="5090" y="658"/>
                    </a:move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1" name="Google Shape;171;p3"/>
              <p:cNvSpPr/>
              <p:nvPr/>
            </p:nvSpPr>
            <p:spPr>
              <a:xfrm>
                <a:off x="5497775" y="5299675"/>
                <a:ext cx="4900" cy="126675"/>
              </a:xfrm>
              <a:custGeom>
                <a:rect b="b" l="l" r="r" t="t"/>
                <a:pathLst>
                  <a:path extrusionOk="0" fill="none" h="5067" w="196">
                    <a:moveTo>
                      <a:pt x="0" y="5067"/>
                    </a:moveTo>
                    <a:lnTo>
                      <a:pt x="195"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2" name="Google Shape;172;p3"/>
              <p:cNvSpPr/>
              <p:nvPr/>
            </p:nvSpPr>
            <p:spPr>
              <a:xfrm>
                <a:off x="5277975" y="5241825"/>
                <a:ext cx="141275" cy="58500"/>
              </a:xfrm>
              <a:custGeom>
                <a:rect b="b" l="l" r="r" t="t"/>
                <a:pathLst>
                  <a:path extrusionOk="0" fill="none" h="2340" w="5651">
                    <a:moveTo>
                      <a:pt x="0" y="2339"/>
                    </a:moveTo>
                    <a:lnTo>
                      <a:pt x="565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Tables</a:t>
            </a:r>
            <a:endParaRPr b="0" i="0" sz="3500" u="none" cap="none" strike="noStrike">
              <a:solidFill>
                <a:srgbClr val="3E4754"/>
              </a:solidFill>
              <a:latin typeface="Arial"/>
              <a:ea typeface="Arial"/>
              <a:cs typeface="Arial"/>
              <a:sym typeface="Arial"/>
            </a:endParaRPr>
          </a:p>
        </p:txBody>
      </p:sp>
      <p:pic>
        <p:nvPicPr>
          <p:cNvPr id="179" name="Google Shape;179;p4"/>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180" name="Google Shape;180;p4"/>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4"/>
          <p:cNvSpPr txBox="1"/>
          <p:nvPr>
            <p:ph idx="1" type="body"/>
          </p:nvPr>
        </p:nvSpPr>
        <p:spPr>
          <a:xfrm>
            <a:off x="1808000" y="1550500"/>
            <a:ext cx="9592800" cy="487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800">
                <a:latin typeface="Arial"/>
                <a:ea typeface="Arial"/>
                <a:cs typeface="Arial"/>
                <a:sym typeface="Arial"/>
              </a:rPr>
              <a:t>HTML tables allow web developers to arrange data into rows and columns.</a:t>
            </a:r>
            <a:endParaRPr sz="1800">
              <a:latin typeface="Arial"/>
              <a:ea typeface="Arial"/>
              <a:cs typeface="Arial"/>
              <a:sym typeface="Arial"/>
            </a:endParaRPr>
          </a:p>
        </p:txBody>
      </p:sp>
      <p:sp>
        <p:nvSpPr>
          <p:cNvPr id="182" name="Google Shape;182;p4"/>
          <p:cNvSpPr/>
          <p:nvPr/>
        </p:nvSpPr>
        <p:spPr>
          <a:xfrm>
            <a:off x="5986950" y="2645400"/>
            <a:ext cx="606900" cy="268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aphicFrame>
        <p:nvGraphicFramePr>
          <p:cNvPr id="183" name="Google Shape;183;p4"/>
          <p:cNvGraphicFramePr/>
          <p:nvPr/>
        </p:nvGraphicFramePr>
        <p:xfrm>
          <a:off x="7413725" y="4590600"/>
          <a:ext cx="3000000" cy="3000000"/>
        </p:xfrm>
        <a:graphic>
          <a:graphicData uri="http://schemas.openxmlformats.org/drawingml/2006/table">
            <a:tbl>
              <a:tblPr>
                <a:noFill/>
                <a:tableStyleId>{0DBFAA74-9587-4164-90F6-F87CAED12167}</a:tableStyleId>
              </a:tblPr>
              <a:tblGrid>
                <a:gridCol w="2037675"/>
                <a:gridCol w="2037675"/>
              </a:tblGrid>
              <a:tr h="187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Tags</a:t>
                      </a:r>
                      <a:endParaRPr sz="16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Explanation</a:t>
                      </a:r>
                      <a:endParaRPr sz="1600" u="none" cap="none" strike="noStrike">
                        <a:latin typeface="Arial"/>
                        <a:ea typeface="Arial"/>
                        <a:cs typeface="Arial"/>
                        <a:sym typeface="Arial"/>
                      </a:endParaRPr>
                    </a:p>
                  </a:txBody>
                  <a:tcPr marT="91425" marB="91425" marR="91425" marL="91425"/>
                </a:tc>
              </a:tr>
              <a:tr h="2004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Arial"/>
                          <a:ea typeface="Arial"/>
                          <a:cs typeface="Arial"/>
                          <a:sym typeface="Arial"/>
                        </a:rPr>
                        <a:t>&lt;table&gt;</a:t>
                      </a:r>
                      <a:endParaRPr sz="1400" u="none" cap="none" strike="noStrike">
                        <a:solidFill>
                          <a:srgbClr val="FF0000"/>
                        </a:solidFill>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Defines a table</a:t>
                      </a:r>
                      <a:endParaRPr sz="1400" u="none" cap="none" strike="noStrike">
                        <a:latin typeface="Arial"/>
                        <a:ea typeface="Arial"/>
                        <a:cs typeface="Arial"/>
                        <a:sym typeface="Arial"/>
                      </a:endParaRPr>
                    </a:p>
                  </a:txBody>
                  <a:tcPr marT="91425" marB="91425" marR="91425" marL="91425"/>
                </a:tc>
              </a:tr>
              <a:tr h="1494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Arial"/>
                          <a:ea typeface="Arial"/>
                          <a:cs typeface="Arial"/>
                          <a:sym typeface="Arial"/>
                        </a:rPr>
                        <a:t>&lt;tr&gt;</a:t>
                      </a:r>
                      <a:endParaRPr sz="14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Defines a row in a table</a:t>
                      </a:r>
                      <a:endParaRPr sz="1400" u="none" cap="none" strike="noStrike">
                        <a:latin typeface="Arial"/>
                        <a:ea typeface="Arial"/>
                        <a:cs typeface="Arial"/>
                        <a:sym typeface="Arial"/>
                      </a:endParaRPr>
                    </a:p>
                  </a:txBody>
                  <a:tcPr marT="91425" marB="91425" marR="91425" marL="91425"/>
                </a:tc>
              </a:tr>
              <a:tr h="1749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Arial"/>
                          <a:ea typeface="Arial"/>
                          <a:cs typeface="Arial"/>
                          <a:sym typeface="Arial"/>
                        </a:rPr>
                        <a:t>&lt;td&gt;</a:t>
                      </a:r>
                      <a:endParaRPr sz="14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Defines a cell in a table</a:t>
                      </a:r>
                      <a:endParaRPr sz="1400" u="none" cap="none" strike="noStrike">
                        <a:latin typeface="Arial"/>
                        <a:ea typeface="Arial"/>
                        <a:cs typeface="Arial"/>
                        <a:sym typeface="Arial"/>
                      </a:endParaRPr>
                    </a:p>
                  </a:txBody>
                  <a:tcPr marT="91425" marB="91425" marR="91425" marL="91425"/>
                </a:tc>
              </a:tr>
            </a:tbl>
          </a:graphicData>
        </a:graphic>
      </p:graphicFrame>
      <p:sp>
        <p:nvSpPr>
          <p:cNvPr id="184" name="Google Shape;184;p4"/>
          <p:cNvSpPr txBox="1"/>
          <p:nvPr>
            <p:ph idx="1" type="body"/>
          </p:nvPr>
        </p:nvSpPr>
        <p:spPr>
          <a:xfrm>
            <a:off x="1808000" y="1987525"/>
            <a:ext cx="3699000" cy="2697300"/>
          </a:xfrm>
          <a:prstGeom prst="rect">
            <a:avLst/>
          </a:prstGeom>
          <a:noFill/>
          <a:ln>
            <a:noFill/>
          </a:ln>
        </p:spPr>
        <p:txBody>
          <a:bodyPr anchorCtr="0" anchor="t" bIns="45700" lIns="91425" spcFirstLastPara="1" rIns="91425" wrap="square" tIns="45700">
            <a:noAutofit/>
          </a:bodyPr>
          <a:lstStyle/>
          <a:p>
            <a:pPr indent="457200" lvl="0" marL="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Drinks</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Price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Coffee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$2</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Tea</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$1</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p>
        </p:txBody>
      </p:sp>
      <p:graphicFrame>
        <p:nvGraphicFramePr>
          <p:cNvPr id="185" name="Google Shape;185;p4"/>
          <p:cNvGraphicFramePr/>
          <p:nvPr/>
        </p:nvGraphicFramePr>
        <p:xfrm>
          <a:off x="7325450" y="2195250"/>
          <a:ext cx="3000000" cy="3000000"/>
        </p:xfrm>
        <a:graphic>
          <a:graphicData uri="http://schemas.openxmlformats.org/drawingml/2006/table">
            <a:tbl>
              <a:tblPr>
                <a:noFill/>
                <a:tableStyleId>{0DBFAA74-9587-4164-90F6-F87CAED12167}</a:tableStyleId>
              </a:tblPr>
              <a:tblGrid>
                <a:gridCol w="2037675"/>
                <a:gridCol w="2037675"/>
              </a:tblGrid>
              <a:tr h="531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Drinks</a:t>
                      </a:r>
                      <a:endParaRPr sz="16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Price</a:t>
                      </a:r>
                      <a:endParaRPr sz="1600" u="none" cap="none" strike="noStrike">
                        <a:latin typeface="Arial"/>
                        <a:ea typeface="Arial"/>
                        <a:cs typeface="Arial"/>
                        <a:sym typeface="Arial"/>
                      </a:endParaRPr>
                    </a:p>
                  </a:txBody>
                  <a:tcPr marT="91425" marB="91425" marR="91425" marL="91425"/>
                </a:tc>
              </a:tr>
              <a:tr h="4520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Coffee</a:t>
                      </a:r>
                      <a:endParaRPr sz="14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$2</a:t>
                      </a:r>
                      <a:endParaRPr sz="1400" u="none" cap="none" strike="noStrike">
                        <a:latin typeface="Arial"/>
                        <a:ea typeface="Arial"/>
                        <a:cs typeface="Arial"/>
                        <a:sym typeface="Arial"/>
                      </a:endParaRPr>
                    </a:p>
                  </a:txBody>
                  <a:tcPr marT="91425" marB="91425" marR="91425" marL="91425"/>
                </a:tc>
              </a:tr>
              <a:tr h="4044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Tea</a:t>
                      </a:r>
                      <a:endParaRPr sz="1400" u="none" cap="none" strike="noStrike">
                        <a:latin typeface="Arial"/>
                        <a:ea typeface="Arial"/>
                        <a:cs typeface="Arial"/>
                        <a:sym typeface="Aria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$1</a:t>
                      </a:r>
                      <a:endParaRPr sz="1400" u="none" cap="none" strike="noStrike">
                        <a:latin typeface="Arial"/>
                        <a:ea typeface="Arial"/>
                        <a:cs typeface="Arial"/>
                        <a:sym typeface="Arial"/>
                      </a:endParaRPr>
                    </a:p>
                  </a:txBody>
                  <a:tcPr marT="91425" marB="91425" marR="91425" marL="91425"/>
                </a:tc>
              </a:tr>
            </a:tbl>
          </a:graphicData>
        </a:graphic>
      </p:graphicFrame>
      <p:sp>
        <p:nvSpPr>
          <p:cNvPr id="186" name="Google Shape;186;p4"/>
          <p:cNvSpPr txBox="1"/>
          <p:nvPr>
            <p:ph idx="1" type="body"/>
          </p:nvPr>
        </p:nvSpPr>
        <p:spPr>
          <a:xfrm>
            <a:off x="7413725" y="4099850"/>
            <a:ext cx="3699000" cy="487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800">
                <a:latin typeface="Arial"/>
                <a:ea typeface="Arial"/>
                <a:cs typeface="Arial"/>
                <a:sym typeface="Arial"/>
              </a:rPr>
              <a:t>Reference</a:t>
            </a:r>
            <a:endParaRPr b="1" sz="18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5"/>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Tables</a:t>
            </a:r>
            <a:endParaRPr b="0" i="0" sz="3500" u="none" cap="none" strike="noStrike">
              <a:solidFill>
                <a:srgbClr val="3E4754"/>
              </a:solidFill>
              <a:latin typeface="Arial"/>
              <a:ea typeface="Arial"/>
              <a:cs typeface="Arial"/>
              <a:sym typeface="Arial"/>
            </a:endParaRPr>
          </a:p>
        </p:txBody>
      </p:sp>
      <p:pic>
        <p:nvPicPr>
          <p:cNvPr id="193" name="Google Shape;193;p5"/>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194" name="Google Shape;194;p5"/>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5" name="Google Shape;195;p5"/>
          <p:cNvSpPr txBox="1"/>
          <p:nvPr>
            <p:ph idx="1" type="body"/>
          </p:nvPr>
        </p:nvSpPr>
        <p:spPr>
          <a:xfrm>
            <a:off x="1702750" y="1764425"/>
            <a:ext cx="7183500" cy="2731500"/>
          </a:xfrm>
          <a:prstGeom prst="rect">
            <a:avLst/>
          </a:prstGeom>
          <a:noFill/>
          <a:ln>
            <a:noFill/>
          </a:ln>
        </p:spPr>
        <p:txBody>
          <a:bodyPr anchorCtr="0" anchor="t" bIns="45700" lIns="91425" spcFirstLastPara="1" rIns="91425" wrap="square" tIns="45700">
            <a:noAutofit/>
          </a:bodyPr>
          <a:lstStyle/>
          <a:p>
            <a:pPr indent="457200" lvl="0" marL="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Drinks</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Price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Coffee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$2</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Tea</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$1</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p>
          <a:p>
            <a:pPr indent="0" lvl="0" marL="0" rtl="0" algn="l">
              <a:lnSpc>
                <a:spcPct val="90000"/>
              </a:lnSpc>
              <a:spcBef>
                <a:spcPts val="1000"/>
              </a:spcBef>
              <a:spcAft>
                <a:spcPts val="0"/>
              </a:spcAft>
              <a:buSzPts val="1800"/>
              <a:buNone/>
            </a:pPr>
            <a:r>
              <a:t/>
            </a:r>
            <a:endParaRPr b="1" sz="1600">
              <a:solidFill>
                <a:srgbClr val="0000CD"/>
              </a:solidFill>
              <a:latin typeface="Courier New"/>
              <a:ea typeface="Courier New"/>
              <a:cs typeface="Courier New"/>
              <a:sym typeface="Courier New"/>
            </a:endParaRPr>
          </a:p>
        </p:txBody>
      </p:sp>
      <p:sp>
        <p:nvSpPr>
          <p:cNvPr id="196" name="Google Shape;196;p5"/>
          <p:cNvSpPr txBox="1"/>
          <p:nvPr/>
        </p:nvSpPr>
        <p:spPr>
          <a:xfrm>
            <a:off x="6598075" y="5354825"/>
            <a:ext cx="71835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The output above seems like a mere text.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How are tables different from normal text?</a:t>
            </a:r>
            <a:endParaRPr b="0" i="0" sz="1900" u="none" cap="none" strike="noStrike">
              <a:solidFill>
                <a:srgbClr val="000000"/>
              </a:solidFill>
              <a:latin typeface="Arial"/>
              <a:ea typeface="Arial"/>
              <a:cs typeface="Arial"/>
              <a:sym typeface="Arial"/>
            </a:endParaRPr>
          </a:p>
        </p:txBody>
      </p:sp>
      <p:pic>
        <p:nvPicPr>
          <p:cNvPr id="197" name="Google Shape;197;p5"/>
          <p:cNvPicPr preferRelativeResize="0"/>
          <p:nvPr/>
        </p:nvPicPr>
        <p:blipFill rotWithShape="1">
          <a:blip r:embed="rId4">
            <a:alphaModFix/>
          </a:blip>
          <a:srcRect b="0" l="0" r="0" t="0"/>
          <a:stretch/>
        </p:blipFill>
        <p:spPr>
          <a:xfrm>
            <a:off x="5898542" y="5444300"/>
            <a:ext cx="590550" cy="590550"/>
          </a:xfrm>
          <a:prstGeom prst="rect">
            <a:avLst/>
          </a:prstGeom>
          <a:noFill/>
          <a:ln>
            <a:noFill/>
          </a:ln>
        </p:spPr>
      </p:pic>
      <p:pic>
        <p:nvPicPr>
          <p:cNvPr id="198" name="Google Shape;198;p5"/>
          <p:cNvPicPr preferRelativeResize="0"/>
          <p:nvPr/>
        </p:nvPicPr>
        <p:blipFill rotWithShape="1">
          <a:blip r:embed="rId5">
            <a:alphaModFix/>
          </a:blip>
          <a:srcRect b="11150" l="0" r="7226" t="0"/>
          <a:stretch/>
        </p:blipFill>
        <p:spPr>
          <a:xfrm>
            <a:off x="7074675" y="1993025"/>
            <a:ext cx="2412375" cy="1819525"/>
          </a:xfrm>
          <a:prstGeom prst="rect">
            <a:avLst/>
          </a:prstGeom>
          <a:noFill/>
          <a:ln>
            <a:noFill/>
          </a:ln>
        </p:spPr>
      </p:pic>
      <p:sp>
        <p:nvSpPr>
          <p:cNvPr id="199" name="Google Shape;199;p5"/>
          <p:cNvSpPr/>
          <p:nvPr/>
        </p:nvSpPr>
        <p:spPr>
          <a:xfrm>
            <a:off x="5682150" y="2645400"/>
            <a:ext cx="606900" cy="268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6"/>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6"/>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Tables</a:t>
            </a:r>
            <a:endParaRPr b="0" i="0" sz="3500" u="none" cap="none" strike="noStrike">
              <a:solidFill>
                <a:srgbClr val="3E4754"/>
              </a:solidFill>
              <a:latin typeface="Arial"/>
              <a:ea typeface="Arial"/>
              <a:cs typeface="Arial"/>
              <a:sym typeface="Arial"/>
            </a:endParaRPr>
          </a:p>
        </p:txBody>
      </p:sp>
      <p:pic>
        <p:nvPicPr>
          <p:cNvPr id="206" name="Google Shape;206;p6"/>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207" name="Google Shape;207;p6"/>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p6"/>
          <p:cNvSpPr txBox="1"/>
          <p:nvPr>
            <p:ph idx="1" type="body"/>
          </p:nvPr>
        </p:nvSpPr>
        <p:spPr>
          <a:xfrm>
            <a:off x="1811125" y="1550500"/>
            <a:ext cx="5018400" cy="1538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800"/>
              <a:buNone/>
            </a:pPr>
            <a:r>
              <a:rPr lang="en-US" sz="1800">
                <a:solidFill>
                  <a:srgbClr val="000000"/>
                </a:solidFill>
                <a:latin typeface="Arial"/>
                <a:ea typeface="Arial"/>
                <a:cs typeface="Arial"/>
                <a:sym typeface="Arial"/>
              </a:rPr>
              <a:t>In order to visualize our tables better, we would be adding some borders to our table for better understanding. Explanations of how borders work will be given later in the CSS chapters.</a:t>
            </a:r>
            <a:endParaRPr sz="1800"/>
          </a:p>
        </p:txBody>
      </p:sp>
      <p:sp>
        <p:nvSpPr>
          <p:cNvPr id="209" name="Google Shape;209;p6"/>
          <p:cNvSpPr txBox="1"/>
          <p:nvPr>
            <p:ph idx="1" type="body"/>
          </p:nvPr>
        </p:nvSpPr>
        <p:spPr>
          <a:xfrm>
            <a:off x="1811125" y="5561575"/>
            <a:ext cx="5292300" cy="590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600">
                <a:solidFill>
                  <a:srgbClr val="0000CD"/>
                </a:solidFill>
                <a:latin typeface="Courier New"/>
                <a:ea typeface="Courier New"/>
                <a:cs typeface="Courier New"/>
                <a:sym typeface="Courier New"/>
              </a:rPr>
              <a:t>(A table with 3 rows and 2 columns)</a:t>
            </a:r>
            <a:endParaRPr b="1" sz="2400"/>
          </a:p>
        </p:txBody>
      </p:sp>
      <p:sp>
        <p:nvSpPr>
          <p:cNvPr id="210" name="Google Shape;210;p6"/>
          <p:cNvSpPr txBox="1"/>
          <p:nvPr>
            <p:ph idx="1" type="body"/>
          </p:nvPr>
        </p:nvSpPr>
        <p:spPr>
          <a:xfrm>
            <a:off x="7570150" y="1535825"/>
            <a:ext cx="4022400" cy="2731500"/>
          </a:xfrm>
          <a:prstGeom prst="rect">
            <a:avLst/>
          </a:prstGeom>
          <a:noFill/>
          <a:ln>
            <a:noFill/>
          </a:ln>
        </p:spPr>
        <p:txBody>
          <a:bodyPr anchorCtr="0" anchor="t" bIns="45700" lIns="91425" spcFirstLastPara="1" rIns="91425" wrap="square" tIns="45700">
            <a:noAutofit/>
          </a:bodyPr>
          <a:lstStyle/>
          <a:p>
            <a:pPr indent="457200" lvl="0" marL="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Drinks</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Price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Coffee</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$2</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Tea</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13716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r>
              <a:rPr lang="en-US" sz="1500"/>
              <a:t>$1</a:t>
            </a: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/td</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tr</a:t>
            </a:r>
            <a:r>
              <a:rPr b="1" lang="en-US" sz="1500">
                <a:solidFill>
                  <a:srgbClr val="0000CD"/>
                </a:solidFill>
                <a:latin typeface="Courier New"/>
                <a:ea typeface="Courier New"/>
                <a:cs typeface="Courier New"/>
                <a:sym typeface="Courier New"/>
              </a:rPr>
              <a:t>&gt;</a:t>
            </a:r>
            <a:endParaRPr b="1" sz="15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500">
                <a:solidFill>
                  <a:srgbClr val="0000CD"/>
                </a:solidFill>
                <a:latin typeface="Courier New"/>
                <a:ea typeface="Courier New"/>
                <a:cs typeface="Courier New"/>
                <a:sym typeface="Courier New"/>
              </a:rPr>
              <a:t>&lt;</a:t>
            </a:r>
            <a:r>
              <a:rPr b="1" lang="en-US" sz="1500">
                <a:solidFill>
                  <a:srgbClr val="A52A2A"/>
                </a:solidFill>
                <a:latin typeface="Courier New"/>
                <a:ea typeface="Courier New"/>
                <a:cs typeface="Courier New"/>
                <a:sym typeface="Courier New"/>
              </a:rPr>
              <a:t>/table</a:t>
            </a:r>
            <a:r>
              <a:rPr b="1" lang="en-US" sz="1500">
                <a:solidFill>
                  <a:srgbClr val="0000CD"/>
                </a:solidFill>
                <a:latin typeface="Courier New"/>
                <a:ea typeface="Courier New"/>
                <a:cs typeface="Courier New"/>
                <a:sym typeface="Courier New"/>
              </a:rPr>
              <a:t>&gt;</a:t>
            </a:r>
            <a:endParaRPr b="1" sz="1500"/>
          </a:p>
          <a:p>
            <a:pPr indent="0" lvl="0" marL="0" rtl="0" algn="l">
              <a:lnSpc>
                <a:spcPct val="90000"/>
              </a:lnSpc>
              <a:spcBef>
                <a:spcPts val="1000"/>
              </a:spcBef>
              <a:spcAft>
                <a:spcPts val="0"/>
              </a:spcAft>
              <a:buSzPts val="1800"/>
              <a:buNone/>
            </a:pPr>
            <a:r>
              <a:t/>
            </a:r>
            <a:endParaRPr b="1" sz="1600">
              <a:solidFill>
                <a:srgbClr val="0000CD"/>
              </a:solidFill>
              <a:latin typeface="Courier New"/>
              <a:ea typeface="Courier New"/>
              <a:cs typeface="Courier New"/>
              <a:sym typeface="Courier New"/>
            </a:endParaRPr>
          </a:p>
        </p:txBody>
      </p:sp>
      <p:pic>
        <p:nvPicPr>
          <p:cNvPr id="211" name="Google Shape;211;p6"/>
          <p:cNvPicPr preferRelativeResize="0"/>
          <p:nvPr/>
        </p:nvPicPr>
        <p:blipFill rotWithShape="1">
          <a:blip r:embed="rId4">
            <a:alphaModFix/>
          </a:blip>
          <a:srcRect b="0" l="0" r="0" t="0"/>
          <a:stretch/>
        </p:blipFill>
        <p:spPr>
          <a:xfrm>
            <a:off x="2712025" y="3124325"/>
            <a:ext cx="2562225" cy="224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5" name="Shape 215"/>
        <p:cNvGrpSpPr/>
        <p:nvPr/>
      </p:nvGrpSpPr>
      <p:grpSpPr>
        <a:xfrm>
          <a:off x="0" y="0"/>
          <a:ext cx="0" cy="0"/>
          <a:chOff x="0" y="0"/>
          <a:chExt cx="0" cy="0"/>
        </a:xfrm>
      </p:grpSpPr>
      <p:sp>
        <p:nvSpPr>
          <p:cNvPr id="216" name="Google Shape;216;p7"/>
          <p:cNvSpPr/>
          <p:nvPr/>
        </p:nvSpPr>
        <p:spPr>
          <a:xfrm>
            <a:off x="5441049" y="1166224"/>
            <a:ext cx="7799816" cy="6734956"/>
          </a:xfrm>
          <a:custGeom>
            <a:rect b="b" l="l" r="r" t="t"/>
            <a:pathLst>
              <a:path extrusionOk="0" h="6734956" w="7799816">
                <a:moveTo>
                  <a:pt x="7248257" y="887164"/>
                </a:moveTo>
                <a:cubicBezTo>
                  <a:pt x="7045057" y="-102099"/>
                  <a:pt x="6403373" y="-152899"/>
                  <a:pt x="6013015" y="197354"/>
                </a:cubicBezTo>
                <a:cubicBezTo>
                  <a:pt x="5622657" y="547607"/>
                  <a:pt x="5652068" y="2451269"/>
                  <a:pt x="4906110" y="2988680"/>
                </a:cubicBezTo>
                <a:cubicBezTo>
                  <a:pt x="4160152" y="3526091"/>
                  <a:pt x="2593372" y="3058198"/>
                  <a:pt x="1537267" y="3421818"/>
                </a:cubicBezTo>
                <a:cubicBezTo>
                  <a:pt x="481162" y="3785438"/>
                  <a:pt x="-518795" y="5403017"/>
                  <a:pt x="302026" y="6325438"/>
                </a:cubicBezTo>
                <a:cubicBezTo>
                  <a:pt x="1106805" y="6766596"/>
                  <a:pt x="6074510" y="7039312"/>
                  <a:pt x="7232215" y="6132933"/>
                </a:cubicBezTo>
                <a:cubicBezTo>
                  <a:pt x="8389920" y="5226554"/>
                  <a:pt x="7451457" y="1876427"/>
                  <a:pt x="7248257" y="887164"/>
                </a:cubicBez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p7"/>
          <p:cNvSpPr txBox="1"/>
          <p:nvPr>
            <p:ph type="title"/>
          </p:nvPr>
        </p:nvSpPr>
        <p:spPr>
          <a:xfrm>
            <a:off x="838199" y="365125"/>
            <a:ext cx="108924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n-US">
                <a:solidFill>
                  <a:schemeClr val="lt1"/>
                </a:solidFill>
              </a:rPr>
              <a:t>Table Headers</a:t>
            </a:r>
            <a:endParaRPr b="1">
              <a:solidFill>
                <a:schemeClr val="lt1"/>
              </a:solidFill>
            </a:endParaRPr>
          </a:p>
        </p:txBody>
      </p:sp>
      <p:grpSp>
        <p:nvGrpSpPr>
          <p:cNvPr id="218" name="Google Shape;218;p7"/>
          <p:cNvGrpSpPr/>
          <p:nvPr/>
        </p:nvGrpSpPr>
        <p:grpSpPr>
          <a:xfrm>
            <a:off x="8923271" y="3307227"/>
            <a:ext cx="2993546" cy="2620037"/>
            <a:chOff x="5259751" y="732778"/>
            <a:chExt cx="6557604" cy="5739403"/>
          </a:xfrm>
        </p:grpSpPr>
        <p:grpSp>
          <p:nvGrpSpPr>
            <p:cNvPr id="219" name="Google Shape;219;p7"/>
            <p:cNvGrpSpPr/>
            <p:nvPr/>
          </p:nvGrpSpPr>
          <p:grpSpPr>
            <a:xfrm rot="-819746">
              <a:off x="7170211" y="1966797"/>
              <a:ext cx="818210" cy="1067033"/>
              <a:chOff x="7135192" y="1236172"/>
              <a:chExt cx="818214" cy="1067038"/>
            </a:xfrm>
          </p:grpSpPr>
          <p:sp>
            <p:nvSpPr>
              <p:cNvPr id="220" name="Google Shape;220;p7"/>
              <p:cNvSpPr/>
              <p:nvPr/>
            </p:nvSpPr>
            <p:spPr>
              <a:xfrm>
                <a:off x="7515757" y="1236172"/>
                <a:ext cx="437649" cy="579977"/>
              </a:xfrm>
              <a:custGeom>
                <a:rect b="b" l="l" r="r" t="t"/>
                <a:pathLst>
                  <a:path extrusionOk="0" fill="none" h="15880" w="11983">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221" name="Google Shape;221;p7"/>
              <p:cNvGrpSpPr/>
              <p:nvPr/>
            </p:nvGrpSpPr>
            <p:grpSpPr>
              <a:xfrm>
                <a:off x="7135192" y="1625685"/>
                <a:ext cx="791271" cy="677525"/>
                <a:chOff x="1934025" y="1001650"/>
                <a:chExt cx="415300" cy="355600"/>
              </a:xfrm>
            </p:grpSpPr>
            <p:sp>
              <p:nvSpPr>
                <p:cNvPr id="222" name="Google Shape;222;p7"/>
                <p:cNvSpPr/>
                <p:nvPr/>
              </p:nvSpPr>
              <p:spPr>
                <a:xfrm>
                  <a:off x="1934025" y="1303650"/>
                  <a:ext cx="207650" cy="53600"/>
                </a:xfrm>
                <a:custGeom>
                  <a:rect b="b" l="l" r="r" t="t"/>
                  <a:pathLst>
                    <a:path extrusionOk="0" fill="none" h="2144" w="8306">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3" name="Google Shape;223;p7"/>
                <p:cNvSpPr/>
                <p:nvPr/>
              </p:nvSpPr>
              <p:spPr>
                <a:xfrm>
                  <a:off x="2141650" y="1303650"/>
                  <a:ext cx="207675" cy="53600"/>
                </a:xfrm>
                <a:custGeom>
                  <a:rect b="b" l="l" r="r" t="t"/>
                  <a:pathLst>
                    <a:path extrusionOk="0" fill="none" h="2144" w="8307">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a:off x="1934025" y="1001650"/>
                  <a:ext cx="207650" cy="331250"/>
                </a:xfrm>
                <a:custGeom>
                  <a:rect b="b" l="l" r="r" t="t"/>
                  <a:pathLst>
                    <a:path extrusionOk="0" fill="none" h="13250" w="8306">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5" name="Google Shape;225;p7"/>
                <p:cNvSpPr/>
                <p:nvPr/>
              </p:nvSpPr>
              <p:spPr>
                <a:xfrm>
                  <a:off x="2141650" y="1001650"/>
                  <a:ext cx="207675" cy="331250"/>
                </a:xfrm>
                <a:custGeom>
                  <a:rect b="b" l="l" r="r" t="t"/>
                  <a:pathLst>
                    <a:path extrusionOk="0" fill="none" h="13250" w="8307">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
          <p:nvSpPr>
            <p:cNvPr id="226" name="Google Shape;226;p7"/>
            <p:cNvSpPr/>
            <p:nvPr/>
          </p:nvSpPr>
          <p:spPr>
            <a:xfrm rot="859025">
              <a:off x="6902969" y="4365203"/>
              <a:ext cx="594923" cy="763593"/>
            </a:xfrm>
            <a:custGeom>
              <a:rect b="b" l="l" r="r" t="t"/>
              <a:pathLst>
                <a:path extrusionOk="0" fill="none" h="20508" w="15978">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7" name="Google Shape;227;p7"/>
            <p:cNvSpPr/>
            <p:nvPr/>
          </p:nvSpPr>
          <p:spPr>
            <a:xfrm rot="-1283916">
              <a:off x="11027929" y="4691751"/>
              <a:ext cx="615985" cy="1067124"/>
            </a:xfrm>
            <a:custGeom>
              <a:rect b="b" l="l" r="r" t="t"/>
              <a:pathLst>
                <a:path extrusionOk="0" fill="none" h="20508" w="11838">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228" name="Google Shape;228;p7"/>
            <p:cNvGrpSpPr/>
            <p:nvPr/>
          </p:nvGrpSpPr>
          <p:grpSpPr>
            <a:xfrm rot="929101">
              <a:off x="10666777" y="845650"/>
              <a:ext cx="970514" cy="919313"/>
              <a:chOff x="2583100" y="2973775"/>
              <a:chExt cx="461550" cy="437200"/>
            </a:xfrm>
          </p:grpSpPr>
          <p:sp>
            <p:nvSpPr>
              <p:cNvPr id="229" name="Google Shape;229;p7"/>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0" name="Google Shape;230;p7"/>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5259751" y="5850496"/>
              <a:ext cx="836142" cy="621685"/>
              <a:chOff x="5247525" y="3007275"/>
              <a:chExt cx="517575" cy="384825"/>
            </a:xfrm>
          </p:grpSpPr>
          <p:sp>
            <p:nvSpPr>
              <p:cNvPr id="232" name="Google Shape;232;p7"/>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3" name="Google Shape;233;p7"/>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7"/>
            <p:cNvGrpSpPr/>
            <p:nvPr/>
          </p:nvGrpSpPr>
          <p:grpSpPr>
            <a:xfrm rot="-995577">
              <a:off x="8647544" y="3714912"/>
              <a:ext cx="874251" cy="717776"/>
              <a:chOff x="2599525" y="3688600"/>
              <a:chExt cx="428675" cy="351950"/>
            </a:xfrm>
          </p:grpSpPr>
          <p:sp>
            <p:nvSpPr>
              <p:cNvPr id="235" name="Google Shape;235;p7"/>
              <p:cNvSpPr/>
              <p:nvPr/>
            </p:nvSpPr>
            <p:spPr>
              <a:xfrm>
                <a:off x="2599525" y="3688600"/>
                <a:ext cx="428675" cy="168675"/>
              </a:xfrm>
              <a:custGeom>
                <a:rect b="b" l="l" r="r" t="t"/>
                <a:pathLst>
                  <a:path extrusionOk="0" fill="none" h="6747" w="17147">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6" name="Google Shape;236;p7"/>
              <p:cNvSpPr/>
              <p:nvPr/>
            </p:nvSpPr>
            <p:spPr>
              <a:xfrm>
                <a:off x="2792550" y="3862125"/>
                <a:ext cx="42650" cy="23775"/>
              </a:xfrm>
              <a:custGeom>
                <a:rect b="b" l="l" r="r" t="t"/>
                <a:pathLst>
                  <a:path extrusionOk="0" fill="none" h="951" w="1706">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7" name="Google Shape;237;p7"/>
              <p:cNvSpPr/>
              <p:nvPr/>
            </p:nvSpPr>
            <p:spPr>
              <a:xfrm>
                <a:off x="2599525" y="3852375"/>
                <a:ext cx="428675" cy="188175"/>
              </a:xfrm>
              <a:custGeom>
                <a:rect b="b" l="l" r="r" t="t"/>
                <a:pathLst>
                  <a:path extrusionOk="0" fill="none" h="7527" w="17147">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238" name="Google Shape;238;p7"/>
            <p:cNvGrpSpPr/>
            <p:nvPr/>
          </p:nvGrpSpPr>
          <p:grpSpPr>
            <a:xfrm>
              <a:off x="10447751" y="3460900"/>
              <a:ext cx="688381" cy="688381"/>
              <a:chOff x="5941025" y="3634400"/>
              <a:chExt cx="467650" cy="467650"/>
            </a:xfrm>
          </p:grpSpPr>
          <p:sp>
            <p:nvSpPr>
              <p:cNvPr id="239" name="Google Shape;239;p7"/>
              <p:cNvSpPr/>
              <p:nvPr/>
            </p:nvSpPr>
            <p:spPr>
              <a:xfrm>
                <a:off x="5941025" y="3634400"/>
                <a:ext cx="467650" cy="467650"/>
              </a:xfrm>
              <a:custGeom>
                <a:rect b="b" l="l" r="r" t="t"/>
                <a:pathLst>
                  <a:path extrusionOk="0" fill="none" h="18706" w="18706">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0" name="Google Shape;240;p7"/>
              <p:cNvSpPr/>
              <p:nvPr/>
            </p:nvSpPr>
            <p:spPr>
              <a:xfrm>
                <a:off x="6211975" y="3753150"/>
                <a:ext cx="19525" cy="18900"/>
              </a:xfrm>
              <a:custGeom>
                <a:rect b="b" l="l" r="r" t="t"/>
                <a:pathLst>
                  <a:path extrusionOk="0" fill="none" h="756" w="781">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1" name="Google Shape;241;p7"/>
              <p:cNvSpPr/>
              <p:nvPr/>
            </p:nvSpPr>
            <p:spPr>
              <a:xfrm>
                <a:off x="5943475" y="3695900"/>
                <a:ext cx="177800" cy="351350"/>
              </a:xfrm>
              <a:custGeom>
                <a:rect b="b" l="l" r="r" t="t"/>
                <a:pathLst>
                  <a:path extrusionOk="0" fill="none" h="14054" w="7112">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2" name="Google Shape;242;p7"/>
              <p:cNvSpPr/>
              <p:nvPr/>
            </p:nvSpPr>
            <p:spPr>
              <a:xfrm>
                <a:off x="6128575" y="3695900"/>
                <a:ext cx="86475" cy="47525"/>
              </a:xfrm>
              <a:custGeom>
                <a:rect b="b" l="l" r="r" t="t"/>
                <a:pathLst>
                  <a:path extrusionOk="0" fill="none" h="1901" w="3459">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3" name="Google Shape;243;p7"/>
              <p:cNvSpPr/>
              <p:nvPr/>
            </p:nvSpPr>
            <p:spPr>
              <a:xfrm>
                <a:off x="6357500" y="3940075"/>
                <a:ext cx="18900" cy="34725"/>
              </a:xfrm>
              <a:custGeom>
                <a:rect b="b" l="l" r="r" t="t"/>
                <a:pathLst>
                  <a:path extrusionOk="0" fill="none" h="1389" w="756">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4" name="Google Shape;244;p7"/>
              <p:cNvSpPr/>
              <p:nvPr/>
            </p:nvSpPr>
            <p:spPr>
              <a:xfrm>
                <a:off x="6202850" y="3720875"/>
                <a:ext cx="204000" cy="278875"/>
              </a:xfrm>
              <a:custGeom>
                <a:rect b="b" l="l" r="r" t="t"/>
                <a:pathLst>
                  <a:path extrusionOk="0" fill="none" h="11155" w="816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7"/>
            <p:cNvGrpSpPr/>
            <p:nvPr/>
          </p:nvGrpSpPr>
          <p:grpSpPr>
            <a:xfrm rot="-1150372">
              <a:off x="9034375" y="1570689"/>
              <a:ext cx="754925" cy="714869"/>
              <a:chOff x="5973900" y="318475"/>
              <a:chExt cx="401900" cy="380575"/>
            </a:xfrm>
          </p:grpSpPr>
          <p:sp>
            <p:nvSpPr>
              <p:cNvPr id="246" name="Google Shape;246;p7"/>
              <p:cNvSpPr/>
              <p:nvPr/>
            </p:nvSpPr>
            <p:spPr>
              <a:xfrm>
                <a:off x="5973900" y="337975"/>
                <a:ext cx="401900" cy="67000"/>
              </a:xfrm>
              <a:custGeom>
                <a:rect b="b" l="l" r="r" t="t"/>
                <a:pathLst>
                  <a:path extrusionOk="0" fill="none" h="2680" w="16076">
                    <a:moveTo>
                      <a:pt x="16075" y="2679"/>
                    </a:moveTo>
                    <a:lnTo>
                      <a:pt x="16075" y="0"/>
                    </a:lnTo>
                    <a:lnTo>
                      <a:pt x="1" y="0"/>
                    </a:lnTo>
                    <a:lnTo>
                      <a:pt x="1" y="2679"/>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7" name="Google Shape;247;p7"/>
              <p:cNvSpPr/>
              <p:nvPr/>
            </p:nvSpPr>
            <p:spPr>
              <a:xfrm>
                <a:off x="6024450"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8" name="Google Shape;248;p7"/>
              <p:cNvSpPr/>
              <p:nvPr/>
            </p:nvSpPr>
            <p:spPr>
              <a:xfrm>
                <a:off x="6280175"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9" name="Google Shape;249;p7"/>
              <p:cNvSpPr/>
              <p:nvPr/>
            </p:nvSpPr>
            <p:spPr>
              <a:xfrm>
                <a:off x="5973900" y="667375"/>
                <a:ext cx="401900" cy="31675"/>
              </a:xfrm>
              <a:custGeom>
                <a:rect b="b" l="l" r="r" t="t"/>
                <a:pathLst>
                  <a:path extrusionOk="0" fill="none" h="1267" w="16076">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0" name="Google Shape;250;p7"/>
              <p:cNvSpPr/>
              <p:nvPr/>
            </p:nvSpPr>
            <p:spPr>
              <a:xfrm>
                <a:off x="6302700"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1" name="Google Shape;251;p7"/>
              <p:cNvSpPr/>
              <p:nvPr/>
            </p:nvSpPr>
            <p:spPr>
              <a:xfrm>
                <a:off x="6046975"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2" name="Google Shape;252;p7"/>
              <p:cNvSpPr/>
              <p:nvPr/>
            </p:nvSpPr>
            <p:spPr>
              <a:xfrm>
                <a:off x="5973900" y="407375"/>
                <a:ext cx="401900" cy="272200"/>
              </a:xfrm>
              <a:custGeom>
                <a:rect b="b" l="l" r="r" t="t"/>
                <a:pathLst>
                  <a:path extrusionOk="0" fill="none" h="10888" w="16076">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3" name="Google Shape;253;p7"/>
              <p:cNvSpPr/>
              <p:nvPr/>
            </p:nvSpPr>
            <p:spPr>
              <a:xfrm>
                <a:off x="6024450" y="456100"/>
                <a:ext cx="300800" cy="175375"/>
              </a:xfrm>
              <a:custGeom>
                <a:rect b="b" l="l" r="r" t="t"/>
                <a:pathLst>
                  <a:path extrusionOk="0" fill="none" h="7015" w="12032">
                    <a:moveTo>
                      <a:pt x="0" y="0"/>
                    </a:moveTo>
                    <a:lnTo>
                      <a:pt x="12032" y="0"/>
                    </a:lnTo>
                    <a:lnTo>
                      <a:pt x="12032" y="7014"/>
                    </a:lnTo>
                    <a:lnTo>
                      <a:pt x="0" y="7014"/>
                    </a:lnTo>
                    <a:lnTo>
                      <a:pt x="0" y="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4" name="Google Shape;254;p7"/>
              <p:cNvSpPr/>
              <p:nvPr/>
            </p:nvSpPr>
            <p:spPr>
              <a:xfrm>
                <a:off x="6024450" y="57300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5" name="Google Shape;255;p7"/>
              <p:cNvSpPr/>
              <p:nvPr/>
            </p:nvSpPr>
            <p:spPr>
              <a:xfrm>
                <a:off x="6024450" y="51455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6" name="Google Shape;256;p7"/>
              <p:cNvSpPr/>
              <p:nvPr/>
            </p:nvSpPr>
            <p:spPr>
              <a:xfrm>
                <a:off x="626495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7" name="Google Shape;257;p7"/>
              <p:cNvSpPr/>
              <p:nvPr/>
            </p:nvSpPr>
            <p:spPr>
              <a:xfrm>
                <a:off x="6204675" y="456100"/>
                <a:ext cx="25" cy="175375"/>
              </a:xfrm>
              <a:custGeom>
                <a:rect b="b" l="l" r="r" t="t"/>
                <a:pathLst>
                  <a:path extrusionOk="0" fill="none" h="7015" w="1">
                    <a:moveTo>
                      <a:pt x="0" y="0"/>
                    </a:moveTo>
                    <a:lnTo>
                      <a:pt x="0"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8" name="Google Shape;258;p7"/>
              <p:cNvSpPr/>
              <p:nvPr/>
            </p:nvSpPr>
            <p:spPr>
              <a:xfrm>
                <a:off x="614500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9" name="Google Shape;259;p7"/>
              <p:cNvSpPr/>
              <p:nvPr/>
            </p:nvSpPr>
            <p:spPr>
              <a:xfrm>
                <a:off x="6084725"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7"/>
            <p:cNvGrpSpPr/>
            <p:nvPr/>
          </p:nvGrpSpPr>
          <p:grpSpPr>
            <a:xfrm rot="-2485038">
              <a:off x="7686107" y="5449622"/>
              <a:ext cx="833851" cy="799886"/>
              <a:chOff x="5233525" y="4954450"/>
              <a:chExt cx="538275" cy="516350"/>
            </a:xfrm>
          </p:grpSpPr>
          <p:sp>
            <p:nvSpPr>
              <p:cNvPr id="261" name="Google Shape;261;p7"/>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2" name="Google Shape;262;p7"/>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3" name="Google Shape;263;p7"/>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4" name="Google Shape;264;p7"/>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5" name="Google Shape;265;p7"/>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6" name="Google Shape;266;p7"/>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7" name="Google Shape;267;p7"/>
              <p:cNvSpPr/>
              <p:nvPr/>
            </p:nvSpPr>
            <p:spPr>
              <a:xfrm>
                <a:off x="5367475" y="5025075"/>
                <a:ext cx="81600" cy="105975"/>
              </a:xfrm>
              <a:custGeom>
                <a:rect b="b" l="l" r="r" t="t"/>
                <a:pathLst>
                  <a:path extrusionOk="0" fill="none" h="4239" w="3264">
                    <a:moveTo>
                      <a:pt x="0" y="1"/>
                    </a:moveTo>
                    <a:lnTo>
                      <a:pt x="3264" y="423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8" name="Google Shape;268;p7"/>
              <p:cNvSpPr/>
              <p:nvPr/>
            </p:nvSpPr>
            <p:spPr>
              <a:xfrm>
                <a:off x="5567800" y="4999500"/>
                <a:ext cx="115100" cy="133975"/>
              </a:xfrm>
              <a:custGeom>
                <a:rect b="b" l="l" r="r" t="t"/>
                <a:pathLst>
                  <a:path extrusionOk="0" fill="none" h="5359" w="4604">
                    <a:moveTo>
                      <a:pt x="0" y="5359"/>
                    </a:moveTo>
                    <a:lnTo>
                      <a:pt x="460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9" name="Google Shape;269;p7"/>
              <p:cNvSpPr/>
              <p:nvPr/>
            </p:nvSpPr>
            <p:spPr>
              <a:xfrm>
                <a:off x="5600075" y="5217475"/>
                <a:ext cx="127275" cy="16475"/>
              </a:xfrm>
              <a:custGeom>
                <a:rect b="b" l="l" r="r" t="t"/>
                <a:pathLst>
                  <a:path extrusionOk="0" fill="none" h="659" w="5091">
                    <a:moveTo>
                      <a:pt x="5090" y="658"/>
                    </a:move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0" name="Google Shape;270;p7"/>
              <p:cNvSpPr/>
              <p:nvPr/>
            </p:nvSpPr>
            <p:spPr>
              <a:xfrm>
                <a:off x="5497775" y="5299675"/>
                <a:ext cx="4900" cy="126675"/>
              </a:xfrm>
              <a:custGeom>
                <a:rect b="b" l="l" r="r" t="t"/>
                <a:pathLst>
                  <a:path extrusionOk="0" fill="none" h="5067" w="196">
                    <a:moveTo>
                      <a:pt x="0" y="5067"/>
                    </a:moveTo>
                    <a:lnTo>
                      <a:pt x="195"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1" name="Google Shape;271;p7"/>
              <p:cNvSpPr/>
              <p:nvPr/>
            </p:nvSpPr>
            <p:spPr>
              <a:xfrm>
                <a:off x="5277975" y="5241825"/>
                <a:ext cx="141275" cy="58500"/>
              </a:xfrm>
              <a:custGeom>
                <a:rect b="b" l="l" r="r" t="t"/>
                <a:pathLst>
                  <a:path extrusionOk="0" fill="none" h="2340" w="5651">
                    <a:moveTo>
                      <a:pt x="0" y="2339"/>
                    </a:moveTo>
                    <a:lnTo>
                      <a:pt x="565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8"/>
          <p:cNvSpPr/>
          <p:nvPr/>
        </p:nvSpPr>
        <p:spPr>
          <a:xfrm>
            <a:off x="1352550" y="1619250"/>
            <a:ext cx="2019300" cy="533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8"/>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Headers</a:t>
            </a:r>
            <a:endParaRPr b="0" i="0" sz="3500" u="none" cap="none" strike="noStrike">
              <a:solidFill>
                <a:srgbClr val="3E4754"/>
              </a:solidFill>
              <a:latin typeface="Arial"/>
              <a:ea typeface="Arial"/>
              <a:cs typeface="Arial"/>
              <a:sym typeface="Arial"/>
            </a:endParaRPr>
          </a:p>
        </p:txBody>
      </p:sp>
      <p:pic>
        <p:nvPicPr>
          <p:cNvPr id="279" name="Google Shape;279;p8"/>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280" name="Google Shape;280;p8"/>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p8"/>
          <p:cNvSpPr txBox="1"/>
          <p:nvPr>
            <p:ph idx="1" type="body"/>
          </p:nvPr>
        </p:nvSpPr>
        <p:spPr>
          <a:xfrm>
            <a:off x="1304850" y="1619250"/>
            <a:ext cx="2290200" cy="533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latin typeface="Arial"/>
                <a:ea typeface="Arial"/>
                <a:cs typeface="Arial"/>
                <a:sym typeface="Arial"/>
              </a:rPr>
              <a:t>Table Headers</a:t>
            </a:r>
            <a:endParaRPr sz="2400">
              <a:latin typeface="Arial"/>
              <a:ea typeface="Arial"/>
              <a:cs typeface="Arial"/>
              <a:sym typeface="Arial"/>
            </a:endParaRPr>
          </a:p>
        </p:txBody>
      </p:sp>
      <p:pic>
        <p:nvPicPr>
          <p:cNvPr id="282" name="Google Shape;282;p8"/>
          <p:cNvPicPr preferRelativeResize="0"/>
          <p:nvPr/>
        </p:nvPicPr>
        <p:blipFill rotWithShape="1">
          <a:blip r:embed="rId4">
            <a:alphaModFix/>
          </a:blip>
          <a:srcRect b="0" l="0" r="0" t="0"/>
          <a:stretch/>
        </p:blipFill>
        <p:spPr>
          <a:xfrm>
            <a:off x="7711325" y="3619375"/>
            <a:ext cx="3239823" cy="918375"/>
          </a:xfrm>
          <a:prstGeom prst="rect">
            <a:avLst/>
          </a:prstGeom>
          <a:noFill/>
          <a:ln>
            <a:noFill/>
          </a:ln>
        </p:spPr>
      </p:pic>
      <p:sp>
        <p:nvSpPr>
          <p:cNvPr id="283" name="Google Shape;283;p8"/>
          <p:cNvSpPr txBox="1"/>
          <p:nvPr>
            <p:ph idx="1" type="body"/>
          </p:nvPr>
        </p:nvSpPr>
        <p:spPr>
          <a:xfrm>
            <a:off x="2394850" y="2579425"/>
            <a:ext cx="3853500" cy="391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1</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2</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3</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Coffee</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Tea</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Milk</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2400"/>
          </a:p>
        </p:txBody>
      </p:sp>
      <p:sp>
        <p:nvSpPr>
          <p:cNvPr id="284" name="Google Shape;284;p8"/>
          <p:cNvSpPr txBox="1"/>
          <p:nvPr>
            <p:ph idx="1" type="body"/>
          </p:nvPr>
        </p:nvSpPr>
        <p:spPr>
          <a:xfrm>
            <a:off x="3595000" y="1426800"/>
            <a:ext cx="6814500" cy="918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800">
                <a:solidFill>
                  <a:srgbClr val="000000"/>
                </a:solidFill>
                <a:latin typeface="Arial"/>
                <a:ea typeface="Arial"/>
                <a:cs typeface="Arial"/>
                <a:sym typeface="Arial"/>
              </a:rPr>
              <a:t>Sometimes we want an entire row to act as headers for the respective columns</a:t>
            </a:r>
            <a:endParaRPr sz="1800">
              <a:solidFill>
                <a:srgbClr val="000000"/>
              </a:solidFill>
              <a:latin typeface="Arial"/>
              <a:ea typeface="Arial"/>
              <a:cs typeface="Arial"/>
              <a:sym typeface="Arial"/>
            </a:endParaRPr>
          </a:p>
          <a:p>
            <a:pPr indent="0" lvl="0" marL="0" rtl="0" algn="l">
              <a:lnSpc>
                <a:spcPct val="90000"/>
              </a:lnSpc>
              <a:spcBef>
                <a:spcPts val="1000"/>
              </a:spcBef>
              <a:spcAft>
                <a:spcPts val="0"/>
              </a:spcAft>
              <a:buSzPts val="1800"/>
              <a:buNone/>
            </a:pPr>
            <a:r>
              <a:rPr lang="en-US" sz="1800">
                <a:solidFill>
                  <a:srgbClr val="FF0000"/>
                </a:solidFill>
                <a:latin typeface="Arial"/>
                <a:ea typeface="Arial"/>
                <a:cs typeface="Arial"/>
                <a:sym typeface="Arial"/>
              </a:rPr>
              <a:t>&lt;th&gt; </a:t>
            </a:r>
            <a:r>
              <a:rPr lang="en-US" sz="1800">
                <a:solidFill>
                  <a:srgbClr val="000000"/>
                </a:solidFill>
                <a:latin typeface="Arial"/>
                <a:ea typeface="Arial"/>
                <a:cs typeface="Arial"/>
                <a:sym typeface="Arial"/>
              </a:rPr>
              <a:t>defines a header cell in a table</a:t>
            </a:r>
            <a:endParaRPr sz="2600">
              <a:latin typeface="Arial"/>
              <a:ea typeface="Arial"/>
              <a:cs typeface="Arial"/>
              <a:sym typeface="Arial"/>
            </a:endParaRPr>
          </a:p>
        </p:txBody>
      </p:sp>
      <p:sp>
        <p:nvSpPr>
          <p:cNvPr id="285" name="Google Shape;285;p8"/>
          <p:cNvSpPr/>
          <p:nvPr/>
        </p:nvSpPr>
        <p:spPr>
          <a:xfrm>
            <a:off x="6144900" y="3921838"/>
            <a:ext cx="606900" cy="268800"/>
          </a:xfrm>
          <a:prstGeom prst="rightArrow">
            <a:avLst>
              <a:gd fmla="val 5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9"/>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9"/>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Table Headers</a:t>
            </a:r>
            <a:endParaRPr b="0" i="0" sz="3500" u="none" cap="none" strike="noStrike">
              <a:solidFill>
                <a:srgbClr val="3E4754"/>
              </a:solidFill>
              <a:latin typeface="Arial"/>
              <a:ea typeface="Arial"/>
              <a:cs typeface="Arial"/>
              <a:sym typeface="Arial"/>
            </a:endParaRPr>
          </a:p>
        </p:txBody>
      </p:sp>
      <p:pic>
        <p:nvPicPr>
          <p:cNvPr id="292" name="Google Shape;292;p9"/>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293" name="Google Shape;293;p9"/>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9"/>
          <p:cNvSpPr txBox="1"/>
          <p:nvPr>
            <p:ph idx="1" type="body"/>
          </p:nvPr>
        </p:nvSpPr>
        <p:spPr>
          <a:xfrm>
            <a:off x="1480450" y="1783050"/>
            <a:ext cx="3249300" cy="3291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800"/>
              <a:buNone/>
            </a:pPr>
            <a:r>
              <a:rPr lang="en-US" sz="1800">
                <a:latin typeface="Arial"/>
                <a:ea typeface="Arial"/>
                <a:cs typeface="Arial"/>
                <a:sym typeface="Arial"/>
              </a:rPr>
              <a:t>Till now, we have only seen Headers appear at each column of the top row of the table (top horizontal)</a:t>
            </a:r>
            <a:endParaRPr sz="1800">
              <a:latin typeface="Arial"/>
              <a:ea typeface="Arial"/>
              <a:cs typeface="Arial"/>
              <a:sym typeface="Arial"/>
            </a:endParaRPr>
          </a:p>
        </p:txBody>
      </p:sp>
      <p:pic>
        <p:nvPicPr>
          <p:cNvPr id="295" name="Google Shape;295;p9"/>
          <p:cNvPicPr preferRelativeResize="0"/>
          <p:nvPr/>
        </p:nvPicPr>
        <p:blipFill rotWithShape="1">
          <a:blip r:embed="rId4">
            <a:alphaModFix/>
          </a:blip>
          <a:srcRect b="0" l="0" r="0" t="0"/>
          <a:stretch/>
        </p:blipFill>
        <p:spPr>
          <a:xfrm>
            <a:off x="5173702" y="1882100"/>
            <a:ext cx="6628924" cy="1773625"/>
          </a:xfrm>
          <a:prstGeom prst="rect">
            <a:avLst/>
          </a:prstGeom>
          <a:noFill/>
          <a:ln>
            <a:noFill/>
          </a:ln>
        </p:spPr>
      </p:pic>
      <p:pic>
        <p:nvPicPr>
          <p:cNvPr id="296" name="Google Shape;296;p9"/>
          <p:cNvPicPr preferRelativeResize="0"/>
          <p:nvPr/>
        </p:nvPicPr>
        <p:blipFill rotWithShape="1">
          <a:blip r:embed="rId5">
            <a:alphaModFix/>
          </a:blip>
          <a:srcRect b="0" l="0" r="0" t="0"/>
          <a:stretch/>
        </p:blipFill>
        <p:spPr>
          <a:xfrm>
            <a:off x="4004327" y="4036727"/>
            <a:ext cx="7798300" cy="167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0"/>
          <p:cNvSpPr/>
          <p:nvPr/>
        </p:nvSpPr>
        <p:spPr>
          <a:xfrm>
            <a:off x="6457950" y="1426203"/>
            <a:ext cx="5734200" cy="15456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0"/>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0"/>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chemeClr val="dk1"/>
                </a:solidFill>
                <a:latin typeface="Arial"/>
                <a:ea typeface="Arial"/>
                <a:cs typeface="Arial"/>
                <a:sym typeface="Arial"/>
              </a:rPr>
              <a:t>Table Headers</a:t>
            </a:r>
            <a:endParaRPr b="0" i="0" sz="3500" u="none" cap="none" strike="noStrike">
              <a:solidFill>
                <a:srgbClr val="3E4754"/>
              </a:solidFill>
              <a:latin typeface="Arial"/>
              <a:ea typeface="Arial"/>
              <a:cs typeface="Arial"/>
              <a:sym typeface="Arial"/>
            </a:endParaRPr>
          </a:p>
        </p:txBody>
      </p:sp>
      <p:pic>
        <p:nvPicPr>
          <p:cNvPr id="304" name="Google Shape;304;p10"/>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305" name="Google Shape;305;p10"/>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6" name="Google Shape;306;p10"/>
          <p:cNvSpPr txBox="1"/>
          <p:nvPr>
            <p:ph idx="1" type="body"/>
          </p:nvPr>
        </p:nvSpPr>
        <p:spPr>
          <a:xfrm>
            <a:off x="2013850" y="2326800"/>
            <a:ext cx="2691600" cy="3859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1</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2</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3</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Coffee</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Tea</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Milk</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2400"/>
          </a:p>
        </p:txBody>
      </p:sp>
      <p:pic>
        <p:nvPicPr>
          <p:cNvPr id="307" name="Google Shape;307;p10"/>
          <p:cNvPicPr preferRelativeResize="0"/>
          <p:nvPr/>
        </p:nvPicPr>
        <p:blipFill rotWithShape="1">
          <a:blip r:embed="rId4">
            <a:alphaModFix/>
          </a:blip>
          <a:srcRect b="20464" l="0" r="10047" t="0"/>
          <a:stretch/>
        </p:blipFill>
        <p:spPr>
          <a:xfrm>
            <a:off x="7611425" y="3560950"/>
            <a:ext cx="3113975" cy="1183225"/>
          </a:xfrm>
          <a:prstGeom prst="rect">
            <a:avLst/>
          </a:prstGeom>
          <a:noFill/>
          <a:ln>
            <a:noFill/>
          </a:ln>
        </p:spPr>
      </p:pic>
      <p:sp>
        <p:nvSpPr>
          <p:cNvPr id="308" name="Google Shape;308;p10"/>
          <p:cNvSpPr txBox="1"/>
          <p:nvPr/>
        </p:nvSpPr>
        <p:spPr>
          <a:xfrm>
            <a:off x="6560475" y="1426200"/>
            <a:ext cx="547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FFFFFF"/>
                </a:solidFill>
                <a:latin typeface="Arial"/>
                <a:ea typeface="Arial"/>
                <a:cs typeface="Arial"/>
                <a:sym typeface="Arial"/>
              </a:rPr>
              <a:t>Explanation:</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FFFFFF"/>
                </a:solidFill>
                <a:latin typeface="Arial"/>
                <a:ea typeface="Arial"/>
                <a:cs typeface="Arial"/>
                <a:sym typeface="Arial"/>
              </a:rPr>
              <a:t>To understand this simply, pick the first cell in each row and convert it into &lt;th&gt;. You will then have a vertical header.</a:t>
            </a:r>
            <a:endParaRPr b="0" i="0" sz="1800" u="none" cap="none" strike="noStrike">
              <a:solidFill>
                <a:srgbClr val="FFFFFF"/>
              </a:solidFill>
              <a:latin typeface="Arial"/>
              <a:ea typeface="Arial"/>
              <a:cs typeface="Arial"/>
              <a:sym typeface="Arial"/>
            </a:endParaRPr>
          </a:p>
        </p:txBody>
      </p:sp>
      <p:sp>
        <p:nvSpPr>
          <p:cNvPr id="309" name="Google Shape;309;p10"/>
          <p:cNvSpPr/>
          <p:nvPr/>
        </p:nvSpPr>
        <p:spPr>
          <a:xfrm>
            <a:off x="1409700" y="1657350"/>
            <a:ext cx="2457600" cy="514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
          <p:cNvSpPr txBox="1"/>
          <p:nvPr>
            <p:ph idx="1" type="body"/>
          </p:nvPr>
        </p:nvSpPr>
        <p:spPr>
          <a:xfrm>
            <a:off x="1480450" y="1657350"/>
            <a:ext cx="2804100" cy="514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latin typeface="Arial"/>
                <a:ea typeface="Arial"/>
                <a:cs typeface="Arial"/>
                <a:sym typeface="Arial"/>
              </a:rPr>
              <a:t>Vertical Headers</a:t>
            </a:r>
            <a:endParaRPr sz="2400">
              <a:latin typeface="Arial"/>
              <a:ea typeface="Arial"/>
              <a:cs typeface="Arial"/>
              <a:sym typeface="Arial"/>
            </a:endParaRPr>
          </a:p>
        </p:txBody>
      </p:sp>
      <p:sp>
        <p:nvSpPr>
          <p:cNvPr id="311" name="Google Shape;311;p10"/>
          <p:cNvSpPr/>
          <p:nvPr/>
        </p:nvSpPr>
        <p:spPr>
          <a:xfrm>
            <a:off x="6144900" y="3921838"/>
            <a:ext cx="606900" cy="2688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5" name="Shape 315"/>
        <p:cNvGrpSpPr/>
        <p:nvPr/>
      </p:nvGrpSpPr>
      <p:grpSpPr>
        <a:xfrm>
          <a:off x="0" y="0"/>
          <a:ext cx="0" cy="0"/>
          <a:chOff x="0" y="0"/>
          <a:chExt cx="0" cy="0"/>
        </a:xfrm>
      </p:grpSpPr>
      <p:sp>
        <p:nvSpPr>
          <p:cNvPr id="316" name="Google Shape;316;p11"/>
          <p:cNvSpPr/>
          <p:nvPr/>
        </p:nvSpPr>
        <p:spPr>
          <a:xfrm>
            <a:off x="5441049" y="1166224"/>
            <a:ext cx="7799816" cy="6734956"/>
          </a:xfrm>
          <a:custGeom>
            <a:rect b="b" l="l" r="r" t="t"/>
            <a:pathLst>
              <a:path extrusionOk="0" h="6734956" w="7799816">
                <a:moveTo>
                  <a:pt x="7248257" y="887164"/>
                </a:moveTo>
                <a:cubicBezTo>
                  <a:pt x="7045057" y="-102099"/>
                  <a:pt x="6403373" y="-152899"/>
                  <a:pt x="6013015" y="197354"/>
                </a:cubicBezTo>
                <a:cubicBezTo>
                  <a:pt x="5622657" y="547607"/>
                  <a:pt x="5652068" y="2451269"/>
                  <a:pt x="4906110" y="2988680"/>
                </a:cubicBezTo>
                <a:cubicBezTo>
                  <a:pt x="4160152" y="3526091"/>
                  <a:pt x="2593372" y="3058198"/>
                  <a:pt x="1537267" y="3421818"/>
                </a:cubicBezTo>
                <a:cubicBezTo>
                  <a:pt x="481162" y="3785438"/>
                  <a:pt x="-518795" y="5403017"/>
                  <a:pt x="302026" y="6325438"/>
                </a:cubicBezTo>
                <a:cubicBezTo>
                  <a:pt x="1106805" y="6766596"/>
                  <a:pt x="6074510" y="7039312"/>
                  <a:pt x="7232215" y="6132933"/>
                </a:cubicBezTo>
                <a:cubicBezTo>
                  <a:pt x="8389920" y="5226554"/>
                  <a:pt x="7451457" y="1876427"/>
                  <a:pt x="7248257" y="887164"/>
                </a:cubicBez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11"/>
          <p:cNvSpPr txBox="1"/>
          <p:nvPr>
            <p:ph type="title"/>
          </p:nvPr>
        </p:nvSpPr>
        <p:spPr>
          <a:xfrm>
            <a:off x="838199" y="365125"/>
            <a:ext cx="108924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n-US">
                <a:solidFill>
                  <a:schemeClr val="lt1"/>
                </a:solidFill>
              </a:rPr>
              <a:t>Column Width / Row Height</a:t>
            </a:r>
            <a:endParaRPr b="1" sz="6400"/>
          </a:p>
        </p:txBody>
      </p:sp>
      <p:grpSp>
        <p:nvGrpSpPr>
          <p:cNvPr id="318" name="Google Shape;318;p11"/>
          <p:cNvGrpSpPr/>
          <p:nvPr/>
        </p:nvGrpSpPr>
        <p:grpSpPr>
          <a:xfrm>
            <a:off x="8923271" y="3307227"/>
            <a:ext cx="2993546" cy="2620037"/>
            <a:chOff x="5259751" y="732778"/>
            <a:chExt cx="6557604" cy="5739403"/>
          </a:xfrm>
        </p:grpSpPr>
        <p:grpSp>
          <p:nvGrpSpPr>
            <p:cNvPr id="319" name="Google Shape;319;p11"/>
            <p:cNvGrpSpPr/>
            <p:nvPr/>
          </p:nvGrpSpPr>
          <p:grpSpPr>
            <a:xfrm rot="-819746">
              <a:off x="7170211" y="1966797"/>
              <a:ext cx="818210" cy="1067033"/>
              <a:chOff x="7135192" y="1236172"/>
              <a:chExt cx="818214" cy="1067038"/>
            </a:xfrm>
          </p:grpSpPr>
          <p:sp>
            <p:nvSpPr>
              <p:cNvPr id="320" name="Google Shape;320;p11"/>
              <p:cNvSpPr/>
              <p:nvPr/>
            </p:nvSpPr>
            <p:spPr>
              <a:xfrm>
                <a:off x="7515757" y="1236172"/>
                <a:ext cx="437649" cy="579977"/>
              </a:xfrm>
              <a:custGeom>
                <a:rect b="b" l="l" r="r" t="t"/>
                <a:pathLst>
                  <a:path extrusionOk="0" fill="none" h="15880" w="11983">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321" name="Google Shape;321;p11"/>
              <p:cNvGrpSpPr/>
              <p:nvPr/>
            </p:nvGrpSpPr>
            <p:grpSpPr>
              <a:xfrm>
                <a:off x="7135192" y="1625685"/>
                <a:ext cx="791271" cy="677525"/>
                <a:chOff x="1934025" y="1001650"/>
                <a:chExt cx="415300" cy="355600"/>
              </a:xfrm>
            </p:grpSpPr>
            <p:sp>
              <p:nvSpPr>
                <p:cNvPr id="322" name="Google Shape;322;p11"/>
                <p:cNvSpPr/>
                <p:nvPr/>
              </p:nvSpPr>
              <p:spPr>
                <a:xfrm>
                  <a:off x="1934025" y="1303650"/>
                  <a:ext cx="207650" cy="53600"/>
                </a:xfrm>
                <a:custGeom>
                  <a:rect b="b" l="l" r="r" t="t"/>
                  <a:pathLst>
                    <a:path extrusionOk="0" fill="none" h="2144" w="8306">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3" name="Google Shape;323;p11"/>
                <p:cNvSpPr/>
                <p:nvPr/>
              </p:nvSpPr>
              <p:spPr>
                <a:xfrm>
                  <a:off x="2141650" y="1303650"/>
                  <a:ext cx="207675" cy="53600"/>
                </a:xfrm>
                <a:custGeom>
                  <a:rect b="b" l="l" r="r" t="t"/>
                  <a:pathLst>
                    <a:path extrusionOk="0" fill="none" h="2144" w="8307">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4" name="Google Shape;324;p11"/>
                <p:cNvSpPr/>
                <p:nvPr/>
              </p:nvSpPr>
              <p:spPr>
                <a:xfrm>
                  <a:off x="1934025" y="1001650"/>
                  <a:ext cx="207650" cy="331250"/>
                </a:xfrm>
                <a:custGeom>
                  <a:rect b="b" l="l" r="r" t="t"/>
                  <a:pathLst>
                    <a:path extrusionOk="0" fill="none" h="13250" w="8306">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5" name="Google Shape;325;p11"/>
                <p:cNvSpPr/>
                <p:nvPr/>
              </p:nvSpPr>
              <p:spPr>
                <a:xfrm>
                  <a:off x="2141650" y="1001650"/>
                  <a:ext cx="207675" cy="331250"/>
                </a:xfrm>
                <a:custGeom>
                  <a:rect b="b" l="l" r="r" t="t"/>
                  <a:pathLst>
                    <a:path extrusionOk="0" fill="none" h="13250" w="8307">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
          <p:nvSpPr>
            <p:cNvPr id="326" name="Google Shape;326;p11"/>
            <p:cNvSpPr/>
            <p:nvPr/>
          </p:nvSpPr>
          <p:spPr>
            <a:xfrm rot="859025">
              <a:off x="6902969" y="4365203"/>
              <a:ext cx="594923" cy="763593"/>
            </a:xfrm>
            <a:custGeom>
              <a:rect b="b" l="l" r="r" t="t"/>
              <a:pathLst>
                <a:path extrusionOk="0" fill="none" h="20508" w="15978">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7" name="Google Shape;327;p11"/>
            <p:cNvSpPr/>
            <p:nvPr/>
          </p:nvSpPr>
          <p:spPr>
            <a:xfrm rot="-1283916">
              <a:off x="11027929" y="4691751"/>
              <a:ext cx="615985" cy="1067124"/>
            </a:xfrm>
            <a:custGeom>
              <a:rect b="b" l="l" r="r" t="t"/>
              <a:pathLst>
                <a:path extrusionOk="0" fill="none" h="20508" w="11838">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328" name="Google Shape;328;p11"/>
            <p:cNvGrpSpPr/>
            <p:nvPr/>
          </p:nvGrpSpPr>
          <p:grpSpPr>
            <a:xfrm rot="929101">
              <a:off x="10666777" y="845650"/>
              <a:ext cx="970514" cy="919313"/>
              <a:chOff x="2583100" y="2973775"/>
              <a:chExt cx="461550" cy="437200"/>
            </a:xfrm>
          </p:grpSpPr>
          <p:sp>
            <p:nvSpPr>
              <p:cNvPr id="329" name="Google Shape;329;p11"/>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0" name="Google Shape;330;p11"/>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11"/>
            <p:cNvGrpSpPr/>
            <p:nvPr/>
          </p:nvGrpSpPr>
          <p:grpSpPr>
            <a:xfrm>
              <a:off x="5259751" y="5850496"/>
              <a:ext cx="836142" cy="621685"/>
              <a:chOff x="5247525" y="3007275"/>
              <a:chExt cx="517575" cy="384825"/>
            </a:xfrm>
          </p:grpSpPr>
          <p:sp>
            <p:nvSpPr>
              <p:cNvPr id="332" name="Google Shape;332;p11"/>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3" name="Google Shape;333;p11"/>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11"/>
            <p:cNvGrpSpPr/>
            <p:nvPr/>
          </p:nvGrpSpPr>
          <p:grpSpPr>
            <a:xfrm rot="-995577">
              <a:off x="8647544" y="3714912"/>
              <a:ext cx="874251" cy="717776"/>
              <a:chOff x="2599525" y="3688600"/>
              <a:chExt cx="428675" cy="351950"/>
            </a:xfrm>
          </p:grpSpPr>
          <p:sp>
            <p:nvSpPr>
              <p:cNvPr id="335" name="Google Shape;335;p11"/>
              <p:cNvSpPr/>
              <p:nvPr/>
            </p:nvSpPr>
            <p:spPr>
              <a:xfrm>
                <a:off x="2599525" y="3688600"/>
                <a:ext cx="428675" cy="168675"/>
              </a:xfrm>
              <a:custGeom>
                <a:rect b="b" l="l" r="r" t="t"/>
                <a:pathLst>
                  <a:path extrusionOk="0" fill="none" h="6747" w="17147">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6" name="Google Shape;336;p11"/>
              <p:cNvSpPr/>
              <p:nvPr/>
            </p:nvSpPr>
            <p:spPr>
              <a:xfrm>
                <a:off x="2792550" y="3862125"/>
                <a:ext cx="42650" cy="23775"/>
              </a:xfrm>
              <a:custGeom>
                <a:rect b="b" l="l" r="r" t="t"/>
                <a:pathLst>
                  <a:path extrusionOk="0" fill="none" h="951" w="1706">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7" name="Google Shape;337;p11"/>
              <p:cNvSpPr/>
              <p:nvPr/>
            </p:nvSpPr>
            <p:spPr>
              <a:xfrm>
                <a:off x="2599525" y="3852375"/>
                <a:ext cx="428675" cy="188175"/>
              </a:xfrm>
              <a:custGeom>
                <a:rect b="b" l="l" r="r" t="t"/>
                <a:pathLst>
                  <a:path extrusionOk="0" fill="none" h="7527" w="17147">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38" name="Google Shape;338;p11"/>
            <p:cNvGrpSpPr/>
            <p:nvPr/>
          </p:nvGrpSpPr>
          <p:grpSpPr>
            <a:xfrm>
              <a:off x="10447751" y="3460900"/>
              <a:ext cx="688381" cy="688381"/>
              <a:chOff x="5941025" y="3634400"/>
              <a:chExt cx="467650" cy="467650"/>
            </a:xfrm>
          </p:grpSpPr>
          <p:sp>
            <p:nvSpPr>
              <p:cNvPr id="339" name="Google Shape;339;p11"/>
              <p:cNvSpPr/>
              <p:nvPr/>
            </p:nvSpPr>
            <p:spPr>
              <a:xfrm>
                <a:off x="5941025" y="3634400"/>
                <a:ext cx="467650" cy="467650"/>
              </a:xfrm>
              <a:custGeom>
                <a:rect b="b" l="l" r="r" t="t"/>
                <a:pathLst>
                  <a:path extrusionOk="0" fill="none" h="18706" w="18706">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0" name="Google Shape;340;p11"/>
              <p:cNvSpPr/>
              <p:nvPr/>
            </p:nvSpPr>
            <p:spPr>
              <a:xfrm>
                <a:off x="6211975" y="3753150"/>
                <a:ext cx="19525" cy="18900"/>
              </a:xfrm>
              <a:custGeom>
                <a:rect b="b" l="l" r="r" t="t"/>
                <a:pathLst>
                  <a:path extrusionOk="0" fill="none" h="756" w="781">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1" name="Google Shape;341;p11"/>
              <p:cNvSpPr/>
              <p:nvPr/>
            </p:nvSpPr>
            <p:spPr>
              <a:xfrm>
                <a:off x="5943475" y="3695900"/>
                <a:ext cx="177800" cy="351350"/>
              </a:xfrm>
              <a:custGeom>
                <a:rect b="b" l="l" r="r" t="t"/>
                <a:pathLst>
                  <a:path extrusionOk="0" fill="none" h="14054" w="7112">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2" name="Google Shape;342;p11"/>
              <p:cNvSpPr/>
              <p:nvPr/>
            </p:nvSpPr>
            <p:spPr>
              <a:xfrm>
                <a:off x="6128575" y="3695900"/>
                <a:ext cx="86475" cy="47525"/>
              </a:xfrm>
              <a:custGeom>
                <a:rect b="b" l="l" r="r" t="t"/>
                <a:pathLst>
                  <a:path extrusionOk="0" fill="none" h="1901" w="3459">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3" name="Google Shape;343;p11"/>
              <p:cNvSpPr/>
              <p:nvPr/>
            </p:nvSpPr>
            <p:spPr>
              <a:xfrm>
                <a:off x="6357500" y="3940075"/>
                <a:ext cx="18900" cy="34725"/>
              </a:xfrm>
              <a:custGeom>
                <a:rect b="b" l="l" r="r" t="t"/>
                <a:pathLst>
                  <a:path extrusionOk="0" fill="none" h="1389" w="756">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4" name="Google Shape;344;p11"/>
              <p:cNvSpPr/>
              <p:nvPr/>
            </p:nvSpPr>
            <p:spPr>
              <a:xfrm>
                <a:off x="6202850" y="3720875"/>
                <a:ext cx="204000" cy="278875"/>
              </a:xfrm>
              <a:custGeom>
                <a:rect b="b" l="l" r="r" t="t"/>
                <a:pathLst>
                  <a:path extrusionOk="0" fill="none" h="11155" w="816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11"/>
            <p:cNvGrpSpPr/>
            <p:nvPr/>
          </p:nvGrpSpPr>
          <p:grpSpPr>
            <a:xfrm rot="-1150372">
              <a:off x="9034375" y="1570689"/>
              <a:ext cx="754925" cy="714869"/>
              <a:chOff x="5973900" y="318475"/>
              <a:chExt cx="401900" cy="380575"/>
            </a:xfrm>
          </p:grpSpPr>
          <p:sp>
            <p:nvSpPr>
              <p:cNvPr id="346" name="Google Shape;346;p11"/>
              <p:cNvSpPr/>
              <p:nvPr/>
            </p:nvSpPr>
            <p:spPr>
              <a:xfrm>
                <a:off x="5973900" y="337975"/>
                <a:ext cx="401900" cy="67000"/>
              </a:xfrm>
              <a:custGeom>
                <a:rect b="b" l="l" r="r" t="t"/>
                <a:pathLst>
                  <a:path extrusionOk="0" fill="none" h="2680" w="16076">
                    <a:moveTo>
                      <a:pt x="16075" y="2679"/>
                    </a:moveTo>
                    <a:lnTo>
                      <a:pt x="16075" y="0"/>
                    </a:lnTo>
                    <a:lnTo>
                      <a:pt x="1" y="0"/>
                    </a:lnTo>
                    <a:lnTo>
                      <a:pt x="1" y="2679"/>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7" name="Google Shape;347;p11"/>
              <p:cNvSpPr/>
              <p:nvPr/>
            </p:nvSpPr>
            <p:spPr>
              <a:xfrm>
                <a:off x="6024450"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8" name="Google Shape;348;p11"/>
              <p:cNvSpPr/>
              <p:nvPr/>
            </p:nvSpPr>
            <p:spPr>
              <a:xfrm>
                <a:off x="6280175"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9" name="Google Shape;349;p11"/>
              <p:cNvSpPr/>
              <p:nvPr/>
            </p:nvSpPr>
            <p:spPr>
              <a:xfrm>
                <a:off x="5973900" y="667375"/>
                <a:ext cx="401900" cy="31675"/>
              </a:xfrm>
              <a:custGeom>
                <a:rect b="b" l="l" r="r" t="t"/>
                <a:pathLst>
                  <a:path extrusionOk="0" fill="none" h="1267" w="16076">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0" name="Google Shape;350;p11"/>
              <p:cNvSpPr/>
              <p:nvPr/>
            </p:nvSpPr>
            <p:spPr>
              <a:xfrm>
                <a:off x="6302700"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1" name="Google Shape;351;p11"/>
              <p:cNvSpPr/>
              <p:nvPr/>
            </p:nvSpPr>
            <p:spPr>
              <a:xfrm>
                <a:off x="6046975"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2" name="Google Shape;352;p11"/>
              <p:cNvSpPr/>
              <p:nvPr/>
            </p:nvSpPr>
            <p:spPr>
              <a:xfrm>
                <a:off x="5973900" y="407375"/>
                <a:ext cx="401900" cy="272200"/>
              </a:xfrm>
              <a:custGeom>
                <a:rect b="b" l="l" r="r" t="t"/>
                <a:pathLst>
                  <a:path extrusionOk="0" fill="none" h="10888" w="16076">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3" name="Google Shape;353;p11"/>
              <p:cNvSpPr/>
              <p:nvPr/>
            </p:nvSpPr>
            <p:spPr>
              <a:xfrm>
                <a:off x="6024450" y="456100"/>
                <a:ext cx="300800" cy="175375"/>
              </a:xfrm>
              <a:custGeom>
                <a:rect b="b" l="l" r="r" t="t"/>
                <a:pathLst>
                  <a:path extrusionOk="0" fill="none" h="7015" w="12032">
                    <a:moveTo>
                      <a:pt x="0" y="0"/>
                    </a:moveTo>
                    <a:lnTo>
                      <a:pt x="12032" y="0"/>
                    </a:lnTo>
                    <a:lnTo>
                      <a:pt x="12032" y="7014"/>
                    </a:lnTo>
                    <a:lnTo>
                      <a:pt x="0" y="7014"/>
                    </a:lnTo>
                    <a:lnTo>
                      <a:pt x="0" y="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4" name="Google Shape;354;p11"/>
              <p:cNvSpPr/>
              <p:nvPr/>
            </p:nvSpPr>
            <p:spPr>
              <a:xfrm>
                <a:off x="6024450" y="57300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5" name="Google Shape;355;p11"/>
              <p:cNvSpPr/>
              <p:nvPr/>
            </p:nvSpPr>
            <p:spPr>
              <a:xfrm>
                <a:off x="6024450" y="51455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6" name="Google Shape;356;p11"/>
              <p:cNvSpPr/>
              <p:nvPr/>
            </p:nvSpPr>
            <p:spPr>
              <a:xfrm>
                <a:off x="626495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7" name="Google Shape;357;p11"/>
              <p:cNvSpPr/>
              <p:nvPr/>
            </p:nvSpPr>
            <p:spPr>
              <a:xfrm>
                <a:off x="6204675" y="456100"/>
                <a:ext cx="25" cy="175375"/>
              </a:xfrm>
              <a:custGeom>
                <a:rect b="b" l="l" r="r" t="t"/>
                <a:pathLst>
                  <a:path extrusionOk="0" fill="none" h="7015" w="1">
                    <a:moveTo>
                      <a:pt x="0" y="0"/>
                    </a:moveTo>
                    <a:lnTo>
                      <a:pt x="0"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8" name="Google Shape;358;p11"/>
              <p:cNvSpPr/>
              <p:nvPr/>
            </p:nvSpPr>
            <p:spPr>
              <a:xfrm>
                <a:off x="614500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9" name="Google Shape;359;p11"/>
              <p:cNvSpPr/>
              <p:nvPr/>
            </p:nvSpPr>
            <p:spPr>
              <a:xfrm>
                <a:off x="6084725"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60" name="Google Shape;360;p11"/>
            <p:cNvGrpSpPr/>
            <p:nvPr/>
          </p:nvGrpSpPr>
          <p:grpSpPr>
            <a:xfrm rot="-2485038">
              <a:off x="7686107" y="5449622"/>
              <a:ext cx="833851" cy="799886"/>
              <a:chOff x="5233525" y="4954450"/>
              <a:chExt cx="538275" cy="516350"/>
            </a:xfrm>
          </p:grpSpPr>
          <p:sp>
            <p:nvSpPr>
              <p:cNvPr id="361" name="Google Shape;361;p11"/>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2" name="Google Shape;362;p11"/>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3" name="Google Shape;363;p11"/>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4" name="Google Shape;364;p11"/>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5" name="Google Shape;365;p11"/>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6" name="Google Shape;366;p11"/>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7" name="Google Shape;367;p11"/>
              <p:cNvSpPr/>
              <p:nvPr/>
            </p:nvSpPr>
            <p:spPr>
              <a:xfrm>
                <a:off x="5367475" y="5025075"/>
                <a:ext cx="81600" cy="105975"/>
              </a:xfrm>
              <a:custGeom>
                <a:rect b="b" l="l" r="r" t="t"/>
                <a:pathLst>
                  <a:path extrusionOk="0" fill="none" h="4239" w="3264">
                    <a:moveTo>
                      <a:pt x="0" y="1"/>
                    </a:moveTo>
                    <a:lnTo>
                      <a:pt x="3264" y="423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8" name="Google Shape;368;p11"/>
              <p:cNvSpPr/>
              <p:nvPr/>
            </p:nvSpPr>
            <p:spPr>
              <a:xfrm>
                <a:off x="5567800" y="4999500"/>
                <a:ext cx="115100" cy="133975"/>
              </a:xfrm>
              <a:custGeom>
                <a:rect b="b" l="l" r="r" t="t"/>
                <a:pathLst>
                  <a:path extrusionOk="0" fill="none" h="5359" w="4604">
                    <a:moveTo>
                      <a:pt x="0" y="5359"/>
                    </a:moveTo>
                    <a:lnTo>
                      <a:pt x="460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9" name="Google Shape;369;p11"/>
              <p:cNvSpPr/>
              <p:nvPr/>
            </p:nvSpPr>
            <p:spPr>
              <a:xfrm>
                <a:off x="5600075" y="5217475"/>
                <a:ext cx="127275" cy="16475"/>
              </a:xfrm>
              <a:custGeom>
                <a:rect b="b" l="l" r="r" t="t"/>
                <a:pathLst>
                  <a:path extrusionOk="0" fill="none" h="659" w="5091">
                    <a:moveTo>
                      <a:pt x="5090" y="658"/>
                    </a:move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0" name="Google Shape;370;p11"/>
              <p:cNvSpPr/>
              <p:nvPr/>
            </p:nvSpPr>
            <p:spPr>
              <a:xfrm>
                <a:off x="5497775" y="5299675"/>
                <a:ext cx="4900" cy="126675"/>
              </a:xfrm>
              <a:custGeom>
                <a:rect b="b" l="l" r="r" t="t"/>
                <a:pathLst>
                  <a:path extrusionOk="0" fill="none" h="5067" w="196">
                    <a:moveTo>
                      <a:pt x="0" y="5067"/>
                    </a:moveTo>
                    <a:lnTo>
                      <a:pt x="195"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1" name="Google Shape;371;p11"/>
              <p:cNvSpPr/>
              <p:nvPr/>
            </p:nvSpPr>
            <p:spPr>
              <a:xfrm>
                <a:off x="5277975" y="5241825"/>
                <a:ext cx="141275" cy="58500"/>
              </a:xfrm>
              <a:custGeom>
                <a:rect b="b" l="l" r="r" t="t"/>
                <a:pathLst>
                  <a:path extrusionOk="0" fill="none" h="2340" w="5651">
                    <a:moveTo>
                      <a:pt x="0" y="2339"/>
                    </a:moveTo>
                    <a:lnTo>
                      <a:pt x="565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2"/>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2"/>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Dimensions</a:t>
            </a:r>
            <a:endParaRPr b="0" i="0" sz="3500" u="none" cap="none" strike="noStrike">
              <a:solidFill>
                <a:srgbClr val="3E4754"/>
              </a:solidFill>
              <a:latin typeface="Arial"/>
              <a:ea typeface="Arial"/>
              <a:cs typeface="Arial"/>
              <a:sym typeface="Arial"/>
            </a:endParaRPr>
          </a:p>
        </p:txBody>
      </p:sp>
      <p:pic>
        <p:nvPicPr>
          <p:cNvPr id="378" name="Google Shape;378;p12"/>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379" name="Google Shape;379;p12"/>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12"/>
          <p:cNvSpPr txBox="1"/>
          <p:nvPr>
            <p:ph idx="1" type="body"/>
          </p:nvPr>
        </p:nvSpPr>
        <p:spPr>
          <a:xfrm>
            <a:off x="1742575" y="1728800"/>
            <a:ext cx="6662700" cy="417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Font typeface="Arial"/>
              <a:buChar char="•"/>
            </a:pPr>
            <a:r>
              <a:rPr lang="en-US" sz="1800">
                <a:latin typeface="Arial"/>
                <a:ea typeface="Arial"/>
                <a:cs typeface="Arial"/>
                <a:sym typeface="Arial"/>
              </a:rPr>
              <a:t>Similar to Image Dimensions, we would be learning some specific styling that is applied to tables. These can help us to manipulate column width and row height.</a:t>
            </a:r>
            <a:endParaRPr sz="1800">
              <a:latin typeface="Arial"/>
              <a:ea typeface="Arial"/>
              <a:cs typeface="Arial"/>
              <a:sym typeface="Arial"/>
            </a:endParaRPr>
          </a:p>
          <a:p>
            <a:pPr indent="0" lvl="0" marL="0" rtl="0" algn="l">
              <a:lnSpc>
                <a:spcPct val="115000"/>
              </a:lnSpc>
              <a:spcBef>
                <a:spcPts val="1000"/>
              </a:spcBef>
              <a:spcAft>
                <a:spcPts val="0"/>
              </a:spcAft>
              <a:buSzPts val="1800"/>
              <a:buNone/>
            </a:pPr>
            <a:r>
              <a:t/>
            </a:r>
            <a:endParaRPr sz="1800">
              <a:latin typeface="Arial"/>
              <a:ea typeface="Arial"/>
              <a:cs typeface="Arial"/>
              <a:sym typeface="Arial"/>
            </a:endParaRPr>
          </a:p>
          <a:p>
            <a:pPr indent="-342900" lvl="0" marL="457200" rtl="0" algn="l">
              <a:lnSpc>
                <a:spcPct val="115000"/>
              </a:lnSpc>
              <a:spcBef>
                <a:spcPts val="1000"/>
              </a:spcBef>
              <a:spcAft>
                <a:spcPts val="0"/>
              </a:spcAft>
              <a:buSzPts val="1800"/>
              <a:buFont typeface="Arial"/>
              <a:buChar char="•"/>
            </a:pPr>
            <a:r>
              <a:rPr lang="en-US" sz="1800">
                <a:latin typeface="Arial"/>
                <a:ea typeface="Arial"/>
                <a:cs typeface="Arial"/>
                <a:sym typeface="Arial"/>
              </a:rPr>
              <a:t>In order to increase a column width, we specify the style in </a:t>
            </a:r>
            <a:r>
              <a:rPr lang="en-US" sz="1800">
                <a:solidFill>
                  <a:srgbClr val="FF0000"/>
                </a:solidFill>
                <a:latin typeface="Arial"/>
                <a:ea typeface="Arial"/>
                <a:cs typeface="Arial"/>
                <a:sym typeface="Arial"/>
              </a:rPr>
              <a:t>&lt;th&gt; </a:t>
            </a:r>
            <a:r>
              <a:rPr lang="en-US" sz="1800">
                <a:latin typeface="Arial"/>
                <a:ea typeface="Arial"/>
                <a:cs typeface="Arial"/>
                <a:sym typeface="Arial"/>
              </a:rPr>
              <a:t>or </a:t>
            </a:r>
            <a:r>
              <a:rPr lang="en-US" sz="1800">
                <a:solidFill>
                  <a:srgbClr val="FF0000"/>
                </a:solidFill>
                <a:latin typeface="Arial"/>
                <a:ea typeface="Arial"/>
                <a:cs typeface="Arial"/>
                <a:sym typeface="Arial"/>
              </a:rPr>
              <a:t>&lt;td&gt; </a:t>
            </a:r>
            <a:endParaRPr sz="1800">
              <a:solidFill>
                <a:srgbClr val="FF0000"/>
              </a:solidFill>
              <a:latin typeface="Arial"/>
              <a:ea typeface="Arial"/>
              <a:cs typeface="Arial"/>
              <a:sym typeface="Arial"/>
            </a:endParaRPr>
          </a:p>
          <a:p>
            <a:pPr indent="0" lvl="0" marL="0" rtl="0" algn="l">
              <a:lnSpc>
                <a:spcPct val="115000"/>
              </a:lnSpc>
              <a:spcBef>
                <a:spcPts val="1000"/>
              </a:spcBef>
              <a:spcAft>
                <a:spcPts val="0"/>
              </a:spcAft>
              <a:buSzPts val="1800"/>
              <a:buNone/>
            </a:pPr>
            <a:r>
              <a:t/>
            </a:r>
            <a:endParaRPr sz="1800">
              <a:solidFill>
                <a:srgbClr val="FF0000"/>
              </a:solidFill>
              <a:latin typeface="Arial"/>
              <a:ea typeface="Arial"/>
              <a:cs typeface="Arial"/>
              <a:sym typeface="Arial"/>
            </a:endParaRPr>
          </a:p>
          <a:p>
            <a:pPr indent="-342900" lvl="0" marL="457200" rtl="0" algn="l">
              <a:lnSpc>
                <a:spcPct val="115000"/>
              </a:lnSpc>
              <a:spcBef>
                <a:spcPts val="1000"/>
              </a:spcBef>
              <a:spcAft>
                <a:spcPts val="0"/>
              </a:spcAft>
              <a:buClr>
                <a:srgbClr val="000000"/>
              </a:buClr>
              <a:buSzPts val="1800"/>
              <a:buFont typeface="Arial"/>
              <a:buChar char="•"/>
            </a:pPr>
            <a:r>
              <a:rPr lang="en-US" sz="1800">
                <a:latin typeface="Arial"/>
                <a:ea typeface="Arial"/>
                <a:cs typeface="Arial"/>
                <a:sym typeface="Arial"/>
              </a:rPr>
              <a:t>In order to increase row height, we specify the style in</a:t>
            </a:r>
            <a:r>
              <a:rPr lang="en-US" sz="1800">
                <a:solidFill>
                  <a:srgbClr val="000000"/>
                </a:solidFill>
                <a:latin typeface="Arial"/>
                <a:ea typeface="Arial"/>
                <a:cs typeface="Arial"/>
                <a:sym typeface="Arial"/>
              </a:rPr>
              <a:t> </a:t>
            </a:r>
            <a:r>
              <a:rPr lang="en-US" sz="1800">
                <a:solidFill>
                  <a:srgbClr val="FF0000"/>
                </a:solidFill>
                <a:latin typeface="Arial"/>
                <a:ea typeface="Arial"/>
                <a:cs typeface="Arial"/>
                <a:sym typeface="Arial"/>
              </a:rPr>
              <a:t>&lt;tr&gt;</a:t>
            </a:r>
            <a:r>
              <a:rPr lang="en-US" sz="1800">
                <a:solidFill>
                  <a:srgbClr val="000000"/>
                </a:solidFill>
                <a:latin typeface="Arial"/>
                <a:ea typeface="Arial"/>
                <a:cs typeface="Arial"/>
                <a:sym typeface="Arial"/>
              </a:rPr>
              <a:t>. </a:t>
            </a:r>
            <a:endParaRPr sz="1800">
              <a:solidFill>
                <a:srgbClr val="000000"/>
              </a:solidFill>
              <a:latin typeface="Arial"/>
              <a:ea typeface="Arial"/>
              <a:cs typeface="Arial"/>
              <a:sym typeface="Arial"/>
            </a:endParaRPr>
          </a:p>
          <a:p>
            <a:pPr indent="0" lvl="0" marL="914400" rtl="0" algn="l">
              <a:lnSpc>
                <a:spcPct val="115000"/>
              </a:lnSpc>
              <a:spcBef>
                <a:spcPts val="1000"/>
              </a:spcBef>
              <a:spcAft>
                <a:spcPts val="0"/>
              </a:spcAft>
              <a:buSzPts val="1800"/>
              <a:buNone/>
            </a:pPr>
            <a:r>
              <a:t/>
            </a:r>
            <a:endParaRPr sz="1800">
              <a:latin typeface="Arial"/>
              <a:ea typeface="Arial"/>
              <a:cs typeface="Arial"/>
              <a:sym typeface="Arial"/>
            </a:endParaRPr>
          </a:p>
          <a:p>
            <a:pPr indent="-342900" lvl="0" marL="457200" rtl="0" algn="l">
              <a:lnSpc>
                <a:spcPct val="115000"/>
              </a:lnSpc>
              <a:spcBef>
                <a:spcPts val="1000"/>
              </a:spcBef>
              <a:spcAft>
                <a:spcPts val="0"/>
              </a:spcAft>
              <a:buSzPts val="1800"/>
              <a:buFont typeface="Arial"/>
              <a:buChar char="•"/>
            </a:pPr>
            <a:r>
              <a:rPr lang="en-US" sz="1800">
                <a:latin typeface="Arial"/>
                <a:ea typeface="Arial"/>
                <a:cs typeface="Arial"/>
                <a:sym typeface="Arial"/>
              </a:rPr>
              <a:t>Let us see in-depth examples of both of these cases</a:t>
            </a:r>
            <a:endParaRPr sz="1800">
              <a:latin typeface="Arial"/>
              <a:ea typeface="Arial"/>
              <a:cs typeface="Arial"/>
              <a:sym typeface="Arial"/>
            </a:endParaRPr>
          </a:p>
        </p:txBody>
      </p:sp>
      <p:pic>
        <p:nvPicPr>
          <p:cNvPr id="381" name="Google Shape;381;p12"/>
          <p:cNvPicPr preferRelativeResize="0"/>
          <p:nvPr/>
        </p:nvPicPr>
        <p:blipFill rotWithShape="1">
          <a:blip r:embed="rId4">
            <a:alphaModFix/>
          </a:blip>
          <a:srcRect b="0" l="0" r="0" t="0"/>
          <a:stretch/>
        </p:blipFill>
        <p:spPr>
          <a:xfrm>
            <a:off x="8916125" y="2430700"/>
            <a:ext cx="2425325" cy="242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3"/>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3"/>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Dimensions</a:t>
            </a:r>
            <a:endParaRPr b="0" i="0" sz="3500" u="none" cap="none" strike="noStrike">
              <a:solidFill>
                <a:srgbClr val="3E4754"/>
              </a:solidFill>
              <a:latin typeface="Arial"/>
              <a:ea typeface="Arial"/>
              <a:cs typeface="Arial"/>
              <a:sym typeface="Arial"/>
            </a:endParaRPr>
          </a:p>
        </p:txBody>
      </p:sp>
      <p:pic>
        <p:nvPicPr>
          <p:cNvPr id="388" name="Google Shape;388;p13"/>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389" name="Google Shape;389;p13"/>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0" name="Google Shape;390;p13"/>
          <p:cNvSpPr txBox="1"/>
          <p:nvPr>
            <p:ph idx="1" type="body"/>
          </p:nvPr>
        </p:nvSpPr>
        <p:spPr>
          <a:xfrm>
            <a:off x="1742575" y="1569375"/>
            <a:ext cx="9658200" cy="545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800">
                <a:solidFill>
                  <a:srgbClr val="000000"/>
                </a:solidFill>
                <a:latin typeface="Arial"/>
                <a:ea typeface="Arial"/>
                <a:cs typeface="Arial"/>
                <a:sym typeface="Arial"/>
              </a:rPr>
              <a:t>Let us use this example to play around.</a:t>
            </a:r>
            <a:endParaRPr sz="1800">
              <a:latin typeface="Arial"/>
              <a:ea typeface="Arial"/>
              <a:cs typeface="Arial"/>
              <a:sym typeface="Arial"/>
            </a:endParaRPr>
          </a:p>
        </p:txBody>
      </p:sp>
      <p:pic>
        <p:nvPicPr>
          <p:cNvPr id="391" name="Google Shape;391;p13"/>
          <p:cNvPicPr preferRelativeResize="0"/>
          <p:nvPr/>
        </p:nvPicPr>
        <p:blipFill rotWithShape="1">
          <a:blip r:embed="rId4">
            <a:alphaModFix/>
          </a:blip>
          <a:srcRect b="0" l="0" r="0" t="0"/>
          <a:stretch/>
        </p:blipFill>
        <p:spPr>
          <a:xfrm>
            <a:off x="7761650" y="3597063"/>
            <a:ext cx="3239823" cy="918375"/>
          </a:xfrm>
          <a:prstGeom prst="rect">
            <a:avLst/>
          </a:prstGeom>
          <a:noFill/>
          <a:ln>
            <a:noFill/>
          </a:ln>
        </p:spPr>
      </p:pic>
      <p:sp>
        <p:nvSpPr>
          <p:cNvPr id="392" name="Google Shape;392;p13"/>
          <p:cNvSpPr/>
          <p:nvPr/>
        </p:nvSpPr>
        <p:spPr>
          <a:xfrm>
            <a:off x="6144900" y="3921838"/>
            <a:ext cx="606900" cy="268800"/>
          </a:xfrm>
          <a:prstGeom prst="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93" name="Google Shape;393;p13"/>
          <p:cNvSpPr txBox="1"/>
          <p:nvPr>
            <p:ph idx="1" type="body"/>
          </p:nvPr>
        </p:nvSpPr>
        <p:spPr>
          <a:xfrm>
            <a:off x="2116225" y="2448150"/>
            <a:ext cx="2882100" cy="3953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1</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2</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3</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Coffee</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Tea</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Milk</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4"/>
          <p:cNvSpPr/>
          <p:nvPr/>
        </p:nvSpPr>
        <p:spPr>
          <a:xfrm>
            <a:off x="6457950" y="1426203"/>
            <a:ext cx="5734200" cy="15456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4"/>
          <p:cNvSpPr/>
          <p:nvPr/>
        </p:nvSpPr>
        <p:spPr>
          <a:xfrm>
            <a:off x="1409700" y="1657350"/>
            <a:ext cx="2267100" cy="514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4"/>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4"/>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Dimensions</a:t>
            </a:r>
            <a:endParaRPr b="0" i="0" sz="3500" u="none" cap="none" strike="noStrike">
              <a:solidFill>
                <a:srgbClr val="3E4754"/>
              </a:solidFill>
              <a:latin typeface="Arial"/>
              <a:ea typeface="Arial"/>
              <a:cs typeface="Arial"/>
              <a:sym typeface="Arial"/>
            </a:endParaRPr>
          </a:p>
        </p:txBody>
      </p:sp>
      <p:pic>
        <p:nvPicPr>
          <p:cNvPr id="402" name="Google Shape;402;p14"/>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403" name="Google Shape;403;p14"/>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4" name="Google Shape;404;p14"/>
          <p:cNvSpPr txBox="1"/>
          <p:nvPr>
            <p:ph idx="1" type="body"/>
          </p:nvPr>
        </p:nvSpPr>
        <p:spPr>
          <a:xfrm>
            <a:off x="1480450" y="1657350"/>
            <a:ext cx="2267100" cy="730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latin typeface="Arial"/>
                <a:ea typeface="Arial"/>
                <a:cs typeface="Arial"/>
                <a:sym typeface="Arial"/>
              </a:rPr>
              <a:t>Column Width</a:t>
            </a:r>
            <a:endParaRPr sz="2400"/>
          </a:p>
        </p:txBody>
      </p:sp>
      <p:pic>
        <p:nvPicPr>
          <p:cNvPr id="405" name="Google Shape;405;p14"/>
          <p:cNvPicPr preferRelativeResize="0"/>
          <p:nvPr/>
        </p:nvPicPr>
        <p:blipFill rotWithShape="1">
          <a:blip r:embed="rId4">
            <a:alphaModFix/>
          </a:blip>
          <a:srcRect b="0" l="0" r="0" t="0"/>
          <a:stretch/>
        </p:blipFill>
        <p:spPr>
          <a:xfrm>
            <a:off x="7043363" y="3584750"/>
            <a:ext cx="4619625" cy="942975"/>
          </a:xfrm>
          <a:prstGeom prst="rect">
            <a:avLst/>
          </a:prstGeom>
          <a:noFill/>
          <a:ln>
            <a:noFill/>
          </a:ln>
        </p:spPr>
      </p:pic>
      <p:sp>
        <p:nvSpPr>
          <p:cNvPr id="406" name="Google Shape;406;p14"/>
          <p:cNvSpPr txBox="1"/>
          <p:nvPr/>
        </p:nvSpPr>
        <p:spPr>
          <a:xfrm>
            <a:off x="6457950" y="1367850"/>
            <a:ext cx="57342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FFFFFF"/>
                </a:solidFill>
                <a:latin typeface="Arial"/>
                <a:ea typeface="Arial"/>
                <a:cs typeface="Arial"/>
                <a:sym typeface="Arial"/>
              </a:rPr>
              <a:t>Explanation: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FFFFFF"/>
                </a:solidFill>
                <a:latin typeface="Arial"/>
                <a:ea typeface="Arial"/>
                <a:cs typeface="Arial"/>
                <a:sym typeface="Arial"/>
              </a:rPr>
              <a:t>Usually, columns are divided in width equally (33%). However, now column 1 takes up 70% of the space, with the rest 30% being distributed equally between Column 2 and Column 3</a:t>
            </a:r>
            <a:endParaRPr b="0" i="0" sz="1600" u="none" cap="none" strike="noStrike">
              <a:solidFill>
                <a:srgbClr val="FFFFFF"/>
              </a:solidFill>
              <a:latin typeface="Arial"/>
              <a:ea typeface="Arial"/>
              <a:cs typeface="Arial"/>
              <a:sym typeface="Arial"/>
            </a:endParaRPr>
          </a:p>
        </p:txBody>
      </p:sp>
      <p:sp>
        <p:nvSpPr>
          <p:cNvPr id="407" name="Google Shape;407;p14"/>
          <p:cNvSpPr txBox="1"/>
          <p:nvPr>
            <p:ph idx="1" type="body"/>
          </p:nvPr>
        </p:nvSpPr>
        <p:spPr>
          <a:xfrm>
            <a:off x="1806275" y="2443350"/>
            <a:ext cx="4619700" cy="3982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 style</a:t>
            </a:r>
            <a:r>
              <a:rPr b="1" lang="en-US" sz="1400">
                <a:solidFill>
                  <a:srgbClr val="0000FF"/>
                </a:solidFill>
                <a:latin typeface="Courier New"/>
                <a:ea typeface="Courier New"/>
                <a:cs typeface="Courier New"/>
                <a:sym typeface="Courier New"/>
              </a:rPr>
              <a:t>="width:70%"</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1</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2</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Drink 3</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Coffee</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Tea</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latin typeface="Arial"/>
                <a:ea typeface="Arial"/>
                <a:cs typeface="Arial"/>
                <a:sym typeface="Arial"/>
              </a:rPr>
              <a:t>Milk</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2400"/>
          </a:p>
        </p:txBody>
      </p:sp>
      <p:sp>
        <p:nvSpPr>
          <p:cNvPr id="408" name="Google Shape;408;p14"/>
          <p:cNvSpPr/>
          <p:nvPr/>
        </p:nvSpPr>
        <p:spPr>
          <a:xfrm>
            <a:off x="6144900" y="3921838"/>
            <a:ext cx="606900" cy="2688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5"/>
          <p:cNvSpPr/>
          <p:nvPr/>
        </p:nvSpPr>
        <p:spPr>
          <a:xfrm>
            <a:off x="6457950" y="1426203"/>
            <a:ext cx="5734200" cy="15456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5"/>
          <p:cNvSpPr/>
          <p:nvPr/>
        </p:nvSpPr>
        <p:spPr>
          <a:xfrm>
            <a:off x="1409700" y="1657350"/>
            <a:ext cx="1943100" cy="514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5"/>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5"/>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Dimensions</a:t>
            </a:r>
            <a:endParaRPr b="0" i="0" sz="3500" u="none" cap="none" strike="noStrike">
              <a:solidFill>
                <a:srgbClr val="3E4754"/>
              </a:solidFill>
              <a:latin typeface="Arial"/>
              <a:ea typeface="Arial"/>
              <a:cs typeface="Arial"/>
              <a:sym typeface="Arial"/>
            </a:endParaRPr>
          </a:p>
        </p:txBody>
      </p:sp>
      <p:pic>
        <p:nvPicPr>
          <p:cNvPr id="417" name="Google Shape;417;p15"/>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418" name="Google Shape;418;p15"/>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9" name="Google Shape;419;p15"/>
          <p:cNvSpPr txBox="1"/>
          <p:nvPr>
            <p:ph idx="1" type="body"/>
          </p:nvPr>
        </p:nvSpPr>
        <p:spPr>
          <a:xfrm>
            <a:off x="1480450" y="1657350"/>
            <a:ext cx="2075100" cy="730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latin typeface="Arial"/>
                <a:ea typeface="Arial"/>
                <a:cs typeface="Arial"/>
                <a:sym typeface="Arial"/>
              </a:rPr>
              <a:t>Row Height</a:t>
            </a:r>
            <a:endParaRPr sz="2400">
              <a:latin typeface="Arial"/>
              <a:ea typeface="Arial"/>
              <a:cs typeface="Arial"/>
              <a:sym typeface="Arial"/>
            </a:endParaRPr>
          </a:p>
        </p:txBody>
      </p:sp>
      <p:sp>
        <p:nvSpPr>
          <p:cNvPr id="420" name="Google Shape;420;p15"/>
          <p:cNvSpPr txBox="1"/>
          <p:nvPr/>
        </p:nvSpPr>
        <p:spPr>
          <a:xfrm>
            <a:off x="6506850" y="1491000"/>
            <a:ext cx="5636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FFFFFF"/>
                </a:solidFill>
                <a:latin typeface="Arial"/>
                <a:ea typeface="Arial"/>
                <a:cs typeface="Arial"/>
                <a:sym typeface="Arial"/>
              </a:rPr>
              <a:t>Explanation: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FFFFFF"/>
                </a:solidFill>
                <a:latin typeface="Arial"/>
                <a:ea typeface="Arial"/>
                <a:cs typeface="Arial"/>
                <a:sym typeface="Arial"/>
              </a:rPr>
              <a:t>Usually, rows are divided in height equally. However, now row 2 takes up 100px of the space, whereas row 1 only takes up as much space as it needs.</a:t>
            </a:r>
            <a:endParaRPr b="0" i="0" sz="1600" u="none" cap="none" strike="noStrike">
              <a:solidFill>
                <a:srgbClr val="FFFFFF"/>
              </a:solidFill>
              <a:latin typeface="Arial"/>
              <a:ea typeface="Arial"/>
              <a:cs typeface="Arial"/>
              <a:sym typeface="Arial"/>
            </a:endParaRPr>
          </a:p>
        </p:txBody>
      </p:sp>
      <p:pic>
        <p:nvPicPr>
          <p:cNvPr id="421" name="Google Shape;421;p15"/>
          <p:cNvPicPr preferRelativeResize="0"/>
          <p:nvPr/>
        </p:nvPicPr>
        <p:blipFill rotWithShape="1">
          <a:blip r:embed="rId4">
            <a:alphaModFix/>
          </a:blip>
          <a:srcRect b="0" l="0" r="0" t="0"/>
          <a:stretch/>
        </p:blipFill>
        <p:spPr>
          <a:xfrm>
            <a:off x="7829888" y="3491850"/>
            <a:ext cx="2333625" cy="1752600"/>
          </a:xfrm>
          <a:prstGeom prst="rect">
            <a:avLst/>
          </a:prstGeom>
          <a:noFill/>
          <a:ln>
            <a:noFill/>
          </a:ln>
        </p:spPr>
      </p:pic>
      <p:sp>
        <p:nvSpPr>
          <p:cNvPr id="422" name="Google Shape;422;p15"/>
          <p:cNvSpPr txBox="1"/>
          <p:nvPr>
            <p:ph idx="1" type="body"/>
          </p:nvPr>
        </p:nvSpPr>
        <p:spPr>
          <a:xfrm>
            <a:off x="1814650" y="2443350"/>
            <a:ext cx="3339300" cy="3849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1</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2</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r>
              <a:rPr lang="en-US" sz="1400"/>
              <a:t>Drink 3</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/th</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 style</a:t>
            </a:r>
            <a:r>
              <a:rPr b="1" lang="en-US" sz="1400">
                <a:solidFill>
                  <a:srgbClr val="0000FF"/>
                </a:solidFill>
                <a:latin typeface="Courier New"/>
                <a:ea typeface="Courier New"/>
                <a:cs typeface="Courier New"/>
                <a:sym typeface="Courier New"/>
              </a:rPr>
              <a:t>="height:100px"</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Coffee</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Tea</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r>
              <a:rPr lang="en-US" sz="1400"/>
              <a:t>Milk</a:t>
            </a: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/td</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tr</a:t>
            </a:r>
            <a:r>
              <a:rPr b="1" lang="en-US" sz="1400">
                <a:solidFill>
                  <a:srgbClr val="0000CD"/>
                </a:solidFill>
                <a:latin typeface="Courier New"/>
                <a:ea typeface="Courier New"/>
                <a:cs typeface="Courier New"/>
                <a:sym typeface="Courier New"/>
              </a:rPr>
              <a:t>&gt;</a:t>
            </a:r>
            <a:endParaRPr b="1"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b="1" lang="en-US" sz="1400">
                <a:solidFill>
                  <a:srgbClr val="0000CD"/>
                </a:solidFill>
                <a:latin typeface="Courier New"/>
                <a:ea typeface="Courier New"/>
                <a:cs typeface="Courier New"/>
                <a:sym typeface="Courier New"/>
              </a:rPr>
              <a:t>&lt;</a:t>
            </a:r>
            <a:r>
              <a:rPr b="1" lang="en-US" sz="1400">
                <a:solidFill>
                  <a:srgbClr val="A52A2A"/>
                </a:solidFill>
                <a:latin typeface="Courier New"/>
                <a:ea typeface="Courier New"/>
                <a:cs typeface="Courier New"/>
                <a:sym typeface="Courier New"/>
              </a:rPr>
              <a:t>/table</a:t>
            </a:r>
            <a:r>
              <a:rPr b="1" lang="en-US" sz="1400">
                <a:solidFill>
                  <a:srgbClr val="0000CD"/>
                </a:solidFill>
                <a:latin typeface="Courier New"/>
                <a:ea typeface="Courier New"/>
                <a:cs typeface="Courier New"/>
                <a:sym typeface="Courier New"/>
              </a:rPr>
              <a:t>&gt;</a:t>
            </a:r>
            <a:endParaRPr b="1" sz="2400"/>
          </a:p>
        </p:txBody>
      </p:sp>
      <p:sp>
        <p:nvSpPr>
          <p:cNvPr id="423" name="Google Shape;423;p15"/>
          <p:cNvSpPr/>
          <p:nvPr/>
        </p:nvSpPr>
        <p:spPr>
          <a:xfrm>
            <a:off x="6144900" y="3921838"/>
            <a:ext cx="606900" cy="268800"/>
          </a:xfrm>
          <a:prstGeom prst="rightArrow">
            <a:avLst>
              <a:gd fmla="val 5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7" name="Shape 427"/>
        <p:cNvGrpSpPr/>
        <p:nvPr/>
      </p:nvGrpSpPr>
      <p:grpSpPr>
        <a:xfrm>
          <a:off x="0" y="0"/>
          <a:ext cx="0" cy="0"/>
          <a:chOff x="0" y="0"/>
          <a:chExt cx="0" cy="0"/>
        </a:xfrm>
      </p:grpSpPr>
      <p:sp>
        <p:nvSpPr>
          <p:cNvPr id="428" name="Google Shape;428;p16"/>
          <p:cNvSpPr/>
          <p:nvPr/>
        </p:nvSpPr>
        <p:spPr>
          <a:xfrm>
            <a:off x="5441049" y="1166224"/>
            <a:ext cx="7799816" cy="6734956"/>
          </a:xfrm>
          <a:custGeom>
            <a:rect b="b" l="l" r="r" t="t"/>
            <a:pathLst>
              <a:path extrusionOk="0" h="6734956" w="7799816">
                <a:moveTo>
                  <a:pt x="7248257" y="887164"/>
                </a:moveTo>
                <a:cubicBezTo>
                  <a:pt x="7045057" y="-102099"/>
                  <a:pt x="6403373" y="-152899"/>
                  <a:pt x="6013015" y="197354"/>
                </a:cubicBezTo>
                <a:cubicBezTo>
                  <a:pt x="5622657" y="547607"/>
                  <a:pt x="5652068" y="2451269"/>
                  <a:pt x="4906110" y="2988680"/>
                </a:cubicBezTo>
                <a:cubicBezTo>
                  <a:pt x="4160152" y="3526091"/>
                  <a:pt x="2593372" y="3058198"/>
                  <a:pt x="1537267" y="3421818"/>
                </a:cubicBezTo>
                <a:cubicBezTo>
                  <a:pt x="481162" y="3785438"/>
                  <a:pt x="-518795" y="5403017"/>
                  <a:pt x="302026" y="6325438"/>
                </a:cubicBezTo>
                <a:cubicBezTo>
                  <a:pt x="1106805" y="6766596"/>
                  <a:pt x="6074510" y="7039312"/>
                  <a:pt x="7232215" y="6132933"/>
                </a:cubicBezTo>
                <a:cubicBezTo>
                  <a:pt x="8389920" y="5226554"/>
                  <a:pt x="7451457" y="1876427"/>
                  <a:pt x="7248257" y="887164"/>
                </a:cubicBez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16"/>
          <p:cNvSpPr txBox="1"/>
          <p:nvPr>
            <p:ph type="title"/>
          </p:nvPr>
        </p:nvSpPr>
        <p:spPr>
          <a:xfrm>
            <a:off x="838199" y="365125"/>
            <a:ext cx="108924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n-US">
                <a:solidFill>
                  <a:schemeClr val="lt1"/>
                </a:solidFill>
              </a:rPr>
              <a:t>Colspan / Rowspan</a:t>
            </a:r>
            <a:endParaRPr b="1">
              <a:solidFill>
                <a:schemeClr val="lt1"/>
              </a:solidFill>
            </a:endParaRPr>
          </a:p>
        </p:txBody>
      </p:sp>
      <p:grpSp>
        <p:nvGrpSpPr>
          <p:cNvPr id="430" name="Google Shape;430;p16"/>
          <p:cNvGrpSpPr/>
          <p:nvPr/>
        </p:nvGrpSpPr>
        <p:grpSpPr>
          <a:xfrm>
            <a:off x="8923271" y="3307227"/>
            <a:ext cx="2993546" cy="2620037"/>
            <a:chOff x="5259751" y="732778"/>
            <a:chExt cx="6557604" cy="5739403"/>
          </a:xfrm>
        </p:grpSpPr>
        <p:grpSp>
          <p:nvGrpSpPr>
            <p:cNvPr id="431" name="Google Shape;431;p16"/>
            <p:cNvGrpSpPr/>
            <p:nvPr/>
          </p:nvGrpSpPr>
          <p:grpSpPr>
            <a:xfrm rot="-819746">
              <a:off x="7170211" y="1966797"/>
              <a:ext cx="818210" cy="1067033"/>
              <a:chOff x="7135192" y="1236172"/>
              <a:chExt cx="818214" cy="1067038"/>
            </a:xfrm>
          </p:grpSpPr>
          <p:sp>
            <p:nvSpPr>
              <p:cNvPr id="432" name="Google Shape;432;p16"/>
              <p:cNvSpPr/>
              <p:nvPr/>
            </p:nvSpPr>
            <p:spPr>
              <a:xfrm>
                <a:off x="7515757" y="1236172"/>
                <a:ext cx="437649" cy="579977"/>
              </a:xfrm>
              <a:custGeom>
                <a:rect b="b" l="l" r="r" t="t"/>
                <a:pathLst>
                  <a:path extrusionOk="0" fill="none" h="15880" w="11983">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433" name="Google Shape;433;p16"/>
              <p:cNvGrpSpPr/>
              <p:nvPr/>
            </p:nvGrpSpPr>
            <p:grpSpPr>
              <a:xfrm>
                <a:off x="7135192" y="1625685"/>
                <a:ext cx="791271" cy="677525"/>
                <a:chOff x="1934025" y="1001650"/>
                <a:chExt cx="415300" cy="355600"/>
              </a:xfrm>
            </p:grpSpPr>
            <p:sp>
              <p:nvSpPr>
                <p:cNvPr id="434" name="Google Shape;434;p16"/>
                <p:cNvSpPr/>
                <p:nvPr/>
              </p:nvSpPr>
              <p:spPr>
                <a:xfrm>
                  <a:off x="1934025" y="1303650"/>
                  <a:ext cx="207650" cy="53600"/>
                </a:xfrm>
                <a:custGeom>
                  <a:rect b="b" l="l" r="r" t="t"/>
                  <a:pathLst>
                    <a:path extrusionOk="0" fill="none" h="2144" w="8306">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5" name="Google Shape;435;p16"/>
                <p:cNvSpPr/>
                <p:nvPr/>
              </p:nvSpPr>
              <p:spPr>
                <a:xfrm>
                  <a:off x="2141650" y="1303650"/>
                  <a:ext cx="207675" cy="53600"/>
                </a:xfrm>
                <a:custGeom>
                  <a:rect b="b" l="l" r="r" t="t"/>
                  <a:pathLst>
                    <a:path extrusionOk="0" fill="none" h="2144" w="8307">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6" name="Google Shape;436;p16"/>
                <p:cNvSpPr/>
                <p:nvPr/>
              </p:nvSpPr>
              <p:spPr>
                <a:xfrm>
                  <a:off x="1934025" y="1001650"/>
                  <a:ext cx="207650" cy="331250"/>
                </a:xfrm>
                <a:custGeom>
                  <a:rect b="b" l="l" r="r" t="t"/>
                  <a:pathLst>
                    <a:path extrusionOk="0" fill="none" h="13250" w="8306">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7" name="Google Shape;437;p16"/>
                <p:cNvSpPr/>
                <p:nvPr/>
              </p:nvSpPr>
              <p:spPr>
                <a:xfrm>
                  <a:off x="2141650" y="1001650"/>
                  <a:ext cx="207675" cy="331250"/>
                </a:xfrm>
                <a:custGeom>
                  <a:rect b="b" l="l" r="r" t="t"/>
                  <a:pathLst>
                    <a:path extrusionOk="0" fill="none" h="13250" w="8307">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
          <p:nvSpPr>
            <p:cNvPr id="438" name="Google Shape;438;p16"/>
            <p:cNvSpPr/>
            <p:nvPr/>
          </p:nvSpPr>
          <p:spPr>
            <a:xfrm rot="859025">
              <a:off x="6902969" y="4365203"/>
              <a:ext cx="594923" cy="763593"/>
            </a:xfrm>
            <a:custGeom>
              <a:rect b="b" l="l" r="r" t="t"/>
              <a:pathLst>
                <a:path extrusionOk="0" fill="none" h="20508" w="15978">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9" name="Google Shape;439;p16"/>
            <p:cNvSpPr/>
            <p:nvPr/>
          </p:nvSpPr>
          <p:spPr>
            <a:xfrm rot="-1283916">
              <a:off x="11027929" y="4691751"/>
              <a:ext cx="615985" cy="1067124"/>
            </a:xfrm>
            <a:custGeom>
              <a:rect b="b" l="l" r="r" t="t"/>
              <a:pathLst>
                <a:path extrusionOk="0" fill="none" h="20508" w="11838">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440" name="Google Shape;440;p16"/>
            <p:cNvGrpSpPr/>
            <p:nvPr/>
          </p:nvGrpSpPr>
          <p:grpSpPr>
            <a:xfrm rot="929101">
              <a:off x="10666777" y="845650"/>
              <a:ext cx="970514" cy="919313"/>
              <a:chOff x="2583100" y="2973775"/>
              <a:chExt cx="461550" cy="437200"/>
            </a:xfrm>
          </p:grpSpPr>
          <p:sp>
            <p:nvSpPr>
              <p:cNvPr id="441" name="Google Shape;441;p16"/>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2" name="Google Shape;442;p16"/>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43" name="Google Shape;443;p16"/>
            <p:cNvGrpSpPr/>
            <p:nvPr/>
          </p:nvGrpSpPr>
          <p:grpSpPr>
            <a:xfrm>
              <a:off x="5259751" y="5850496"/>
              <a:ext cx="836142" cy="621685"/>
              <a:chOff x="5247525" y="3007275"/>
              <a:chExt cx="517575" cy="384825"/>
            </a:xfrm>
          </p:grpSpPr>
          <p:sp>
            <p:nvSpPr>
              <p:cNvPr id="444" name="Google Shape;444;p16"/>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5" name="Google Shape;445;p16"/>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46" name="Google Shape;446;p16"/>
            <p:cNvGrpSpPr/>
            <p:nvPr/>
          </p:nvGrpSpPr>
          <p:grpSpPr>
            <a:xfrm rot="-995577">
              <a:off x="8647544" y="3714912"/>
              <a:ext cx="874251" cy="717776"/>
              <a:chOff x="2599525" y="3688600"/>
              <a:chExt cx="428675" cy="351950"/>
            </a:xfrm>
          </p:grpSpPr>
          <p:sp>
            <p:nvSpPr>
              <p:cNvPr id="447" name="Google Shape;447;p16"/>
              <p:cNvSpPr/>
              <p:nvPr/>
            </p:nvSpPr>
            <p:spPr>
              <a:xfrm>
                <a:off x="2599525" y="3688600"/>
                <a:ext cx="428675" cy="168675"/>
              </a:xfrm>
              <a:custGeom>
                <a:rect b="b" l="l" r="r" t="t"/>
                <a:pathLst>
                  <a:path extrusionOk="0" fill="none" h="6747" w="17147">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8" name="Google Shape;448;p16"/>
              <p:cNvSpPr/>
              <p:nvPr/>
            </p:nvSpPr>
            <p:spPr>
              <a:xfrm>
                <a:off x="2792550" y="3862125"/>
                <a:ext cx="42650" cy="23775"/>
              </a:xfrm>
              <a:custGeom>
                <a:rect b="b" l="l" r="r" t="t"/>
                <a:pathLst>
                  <a:path extrusionOk="0" fill="none" h="951" w="1706">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9" name="Google Shape;449;p16"/>
              <p:cNvSpPr/>
              <p:nvPr/>
            </p:nvSpPr>
            <p:spPr>
              <a:xfrm>
                <a:off x="2599525" y="3852375"/>
                <a:ext cx="428675" cy="188175"/>
              </a:xfrm>
              <a:custGeom>
                <a:rect b="b" l="l" r="r" t="t"/>
                <a:pathLst>
                  <a:path extrusionOk="0" fill="none" h="7527" w="17147">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50" name="Google Shape;450;p16"/>
            <p:cNvGrpSpPr/>
            <p:nvPr/>
          </p:nvGrpSpPr>
          <p:grpSpPr>
            <a:xfrm>
              <a:off x="10447751" y="3460900"/>
              <a:ext cx="688381" cy="688381"/>
              <a:chOff x="5941025" y="3634400"/>
              <a:chExt cx="467650" cy="467650"/>
            </a:xfrm>
          </p:grpSpPr>
          <p:sp>
            <p:nvSpPr>
              <p:cNvPr id="451" name="Google Shape;451;p16"/>
              <p:cNvSpPr/>
              <p:nvPr/>
            </p:nvSpPr>
            <p:spPr>
              <a:xfrm>
                <a:off x="5941025" y="3634400"/>
                <a:ext cx="467650" cy="467650"/>
              </a:xfrm>
              <a:custGeom>
                <a:rect b="b" l="l" r="r" t="t"/>
                <a:pathLst>
                  <a:path extrusionOk="0" fill="none" h="18706" w="18706">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2" name="Google Shape;452;p16"/>
              <p:cNvSpPr/>
              <p:nvPr/>
            </p:nvSpPr>
            <p:spPr>
              <a:xfrm>
                <a:off x="6211975" y="3753150"/>
                <a:ext cx="19525" cy="18900"/>
              </a:xfrm>
              <a:custGeom>
                <a:rect b="b" l="l" r="r" t="t"/>
                <a:pathLst>
                  <a:path extrusionOk="0" fill="none" h="756" w="781">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3" name="Google Shape;453;p16"/>
              <p:cNvSpPr/>
              <p:nvPr/>
            </p:nvSpPr>
            <p:spPr>
              <a:xfrm>
                <a:off x="5943475" y="3695900"/>
                <a:ext cx="177800" cy="351350"/>
              </a:xfrm>
              <a:custGeom>
                <a:rect b="b" l="l" r="r" t="t"/>
                <a:pathLst>
                  <a:path extrusionOk="0" fill="none" h="14054" w="7112">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4" name="Google Shape;454;p16"/>
              <p:cNvSpPr/>
              <p:nvPr/>
            </p:nvSpPr>
            <p:spPr>
              <a:xfrm>
                <a:off x="6128575" y="3695900"/>
                <a:ext cx="86475" cy="47525"/>
              </a:xfrm>
              <a:custGeom>
                <a:rect b="b" l="l" r="r" t="t"/>
                <a:pathLst>
                  <a:path extrusionOk="0" fill="none" h="1901" w="3459">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5" name="Google Shape;455;p16"/>
              <p:cNvSpPr/>
              <p:nvPr/>
            </p:nvSpPr>
            <p:spPr>
              <a:xfrm>
                <a:off x="6357500" y="3940075"/>
                <a:ext cx="18900" cy="34725"/>
              </a:xfrm>
              <a:custGeom>
                <a:rect b="b" l="l" r="r" t="t"/>
                <a:pathLst>
                  <a:path extrusionOk="0" fill="none" h="1389" w="756">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6" name="Google Shape;456;p16"/>
              <p:cNvSpPr/>
              <p:nvPr/>
            </p:nvSpPr>
            <p:spPr>
              <a:xfrm>
                <a:off x="6202850" y="3720875"/>
                <a:ext cx="204000" cy="278875"/>
              </a:xfrm>
              <a:custGeom>
                <a:rect b="b" l="l" r="r" t="t"/>
                <a:pathLst>
                  <a:path extrusionOk="0" fill="none" h="11155" w="816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57" name="Google Shape;457;p16"/>
            <p:cNvGrpSpPr/>
            <p:nvPr/>
          </p:nvGrpSpPr>
          <p:grpSpPr>
            <a:xfrm rot="-1150372">
              <a:off x="9034375" y="1570689"/>
              <a:ext cx="754925" cy="714869"/>
              <a:chOff x="5973900" y="318475"/>
              <a:chExt cx="401900" cy="380575"/>
            </a:xfrm>
          </p:grpSpPr>
          <p:sp>
            <p:nvSpPr>
              <p:cNvPr id="458" name="Google Shape;458;p16"/>
              <p:cNvSpPr/>
              <p:nvPr/>
            </p:nvSpPr>
            <p:spPr>
              <a:xfrm>
                <a:off x="5973900" y="337975"/>
                <a:ext cx="401900" cy="67000"/>
              </a:xfrm>
              <a:custGeom>
                <a:rect b="b" l="l" r="r" t="t"/>
                <a:pathLst>
                  <a:path extrusionOk="0" fill="none" h="2680" w="16076">
                    <a:moveTo>
                      <a:pt x="16075" y="2679"/>
                    </a:moveTo>
                    <a:lnTo>
                      <a:pt x="16075" y="0"/>
                    </a:lnTo>
                    <a:lnTo>
                      <a:pt x="1" y="0"/>
                    </a:lnTo>
                    <a:lnTo>
                      <a:pt x="1" y="2679"/>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9" name="Google Shape;459;p16"/>
              <p:cNvSpPr/>
              <p:nvPr/>
            </p:nvSpPr>
            <p:spPr>
              <a:xfrm>
                <a:off x="6024450"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0" name="Google Shape;460;p16"/>
              <p:cNvSpPr/>
              <p:nvPr/>
            </p:nvSpPr>
            <p:spPr>
              <a:xfrm>
                <a:off x="6280175" y="348325"/>
                <a:ext cx="45075" cy="45075"/>
              </a:xfrm>
              <a:custGeom>
                <a:rect b="b" l="l" r="r" t="t"/>
                <a:pathLst>
                  <a:path extrusionOk="0" fill="none" h="1803" w="1803">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1" name="Google Shape;461;p16"/>
              <p:cNvSpPr/>
              <p:nvPr/>
            </p:nvSpPr>
            <p:spPr>
              <a:xfrm>
                <a:off x="5973900" y="667375"/>
                <a:ext cx="401900" cy="31675"/>
              </a:xfrm>
              <a:custGeom>
                <a:rect b="b" l="l" r="r" t="t"/>
                <a:pathLst>
                  <a:path extrusionOk="0" fill="none" h="1267" w="16076">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2" name="Google Shape;462;p16"/>
              <p:cNvSpPr/>
              <p:nvPr/>
            </p:nvSpPr>
            <p:spPr>
              <a:xfrm>
                <a:off x="6302700"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3" name="Google Shape;463;p16"/>
              <p:cNvSpPr/>
              <p:nvPr/>
            </p:nvSpPr>
            <p:spPr>
              <a:xfrm>
                <a:off x="6046975" y="318475"/>
                <a:ext cx="28650" cy="63350"/>
              </a:xfrm>
              <a:custGeom>
                <a:rect b="b" l="l" r="r" t="t"/>
                <a:pathLst>
                  <a:path extrusionOk="0" fill="none" h="2534" w="1146">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4" name="Google Shape;464;p16"/>
              <p:cNvSpPr/>
              <p:nvPr/>
            </p:nvSpPr>
            <p:spPr>
              <a:xfrm>
                <a:off x="5973900" y="407375"/>
                <a:ext cx="401900" cy="272200"/>
              </a:xfrm>
              <a:custGeom>
                <a:rect b="b" l="l" r="r" t="t"/>
                <a:pathLst>
                  <a:path extrusionOk="0" fill="none" h="10888" w="16076">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5" name="Google Shape;465;p16"/>
              <p:cNvSpPr/>
              <p:nvPr/>
            </p:nvSpPr>
            <p:spPr>
              <a:xfrm>
                <a:off x="6024450" y="456100"/>
                <a:ext cx="300800" cy="175375"/>
              </a:xfrm>
              <a:custGeom>
                <a:rect b="b" l="l" r="r" t="t"/>
                <a:pathLst>
                  <a:path extrusionOk="0" fill="none" h="7015" w="12032">
                    <a:moveTo>
                      <a:pt x="0" y="0"/>
                    </a:moveTo>
                    <a:lnTo>
                      <a:pt x="12032" y="0"/>
                    </a:lnTo>
                    <a:lnTo>
                      <a:pt x="12032" y="7014"/>
                    </a:lnTo>
                    <a:lnTo>
                      <a:pt x="0" y="7014"/>
                    </a:lnTo>
                    <a:lnTo>
                      <a:pt x="0" y="0"/>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6" name="Google Shape;466;p16"/>
              <p:cNvSpPr/>
              <p:nvPr/>
            </p:nvSpPr>
            <p:spPr>
              <a:xfrm>
                <a:off x="6024450" y="57300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7" name="Google Shape;467;p16"/>
              <p:cNvSpPr/>
              <p:nvPr/>
            </p:nvSpPr>
            <p:spPr>
              <a:xfrm>
                <a:off x="6024450" y="514550"/>
                <a:ext cx="300800" cy="25"/>
              </a:xfrm>
              <a:custGeom>
                <a:rect b="b" l="l" r="r" t="t"/>
                <a:pathLst>
                  <a:path extrusionOk="0" fill="none" h="1" w="12032">
                    <a:moveTo>
                      <a:pt x="0" y="0"/>
                    </a:moveTo>
                    <a:lnTo>
                      <a:pt x="1203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8" name="Google Shape;468;p16"/>
              <p:cNvSpPr/>
              <p:nvPr/>
            </p:nvSpPr>
            <p:spPr>
              <a:xfrm>
                <a:off x="626495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9" name="Google Shape;469;p16"/>
              <p:cNvSpPr/>
              <p:nvPr/>
            </p:nvSpPr>
            <p:spPr>
              <a:xfrm>
                <a:off x="6204675" y="456100"/>
                <a:ext cx="25" cy="175375"/>
              </a:xfrm>
              <a:custGeom>
                <a:rect b="b" l="l" r="r" t="t"/>
                <a:pathLst>
                  <a:path extrusionOk="0" fill="none" h="7015" w="1">
                    <a:moveTo>
                      <a:pt x="0" y="0"/>
                    </a:moveTo>
                    <a:lnTo>
                      <a:pt x="0"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0" name="Google Shape;470;p16"/>
              <p:cNvSpPr/>
              <p:nvPr/>
            </p:nvSpPr>
            <p:spPr>
              <a:xfrm>
                <a:off x="6145000"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1" name="Google Shape;471;p16"/>
              <p:cNvSpPr/>
              <p:nvPr/>
            </p:nvSpPr>
            <p:spPr>
              <a:xfrm>
                <a:off x="6084725" y="456100"/>
                <a:ext cx="25" cy="175375"/>
              </a:xfrm>
              <a:custGeom>
                <a:rect b="b" l="l" r="r" t="t"/>
                <a:pathLst>
                  <a:path extrusionOk="0" fill="none" h="7015" w="1">
                    <a:moveTo>
                      <a:pt x="1" y="0"/>
                    </a:moveTo>
                    <a:lnTo>
                      <a:pt x="1" y="7014"/>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16"/>
            <p:cNvGrpSpPr/>
            <p:nvPr/>
          </p:nvGrpSpPr>
          <p:grpSpPr>
            <a:xfrm rot="-2485038">
              <a:off x="7686107" y="5449622"/>
              <a:ext cx="833851" cy="799886"/>
              <a:chOff x="5233525" y="4954450"/>
              <a:chExt cx="538275" cy="516350"/>
            </a:xfrm>
          </p:grpSpPr>
          <p:sp>
            <p:nvSpPr>
              <p:cNvPr id="473" name="Google Shape;473;p16"/>
              <p:cNvSpPr/>
              <p:nvPr/>
            </p:nvSpPr>
            <p:spPr>
              <a:xfrm>
                <a:off x="5637825" y="4954450"/>
                <a:ext cx="89525" cy="89525"/>
              </a:xfrm>
              <a:custGeom>
                <a:rect b="b" l="l" r="r" t="t"/>
                <a:pathLst>
                  <a:path extrusionOk="0" fill="none" h="3581" w="3581">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4" name="Google Shape;474;p16"/>
              <p:cNvSpPr/>
              <p:nvPr/>
            </p:nvSpPr>
            <p:spPr>
              <a:xfrm>
                <a:off x="5323025" y="4980625"/>
                <a:ext cx="88925" cy="88925"/>
              </a:xfrm>
              <a:custGeom>
                <a:rect b="b" l="l" r="r" t="t"/>
                <a:pathLst>
                  <a:path extrusionOk="0" fill="none" h="3557" w="3557">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5" name="Google Shape;475;p16"/>
              <p:cNvSpPr/>
              <p:nvPr/>
            </p:nvSpPr>
            <p:spPr>
              <a:xfrm>
                <a:off x="5233525" y="5255225"/>
                <a:ext cx="89525" cy="89525"/>
              </a:xfrm>
              <a:custGeom>
                <a:rect b="b" l="l" r="r" t="t"/>
                <a:pathLst>
                  <a:path extrusionOk="0" fill="none" h="3581" w="3581">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6" name="Google Shape;476;p16"/>
              <p:cNvSpPr/>
              <p:nvPr/>
            </p:nvSpPr>
            <p:spPr>
              <a:xfrm>
                <a:off x="5453325" y="5382475"/>
                <a:ext cx="88925" cy="88325"/>
              </a:xfrm>
              <a:custGeom>
                <a:rect b="b" l="l" r="r" t="t"/>
                <a:pathLst>
                  <a:path extrusionOk="0" fill="none" h="3533" w="3557">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7" name="Google Shape;477;p16"/>
              <p:cNvSpPr/>
              <p:nvPr/>
            </p:nvSpPr>
            <p:spPr>
              <a:xfrm>
                <a:off x="5682875" y="5188875"/>
                <a:ext cx="88925" cy="89525"/>
              </a:xfrm>
              <a:custGeom>
                <a:rect b="b" l="l" r="r" t="t"/>
                <a:pathLst>
                  <a:path extrusionOk="0" fill="none" h="3581" w="3557">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8" name="Google Shape;478;p16"/>
              <p:cNvSpPr/>
              <p:nvPr/>
            </p:nvSpPr>
            <p:spPr>
              <a:xfrm>
                <a:off x="5411925" y="5110925"/>
                <a:ext cx="188775" cy="189400"/>
              </a:xfrm>
              <a:custGeom>
                <a:rect b="b" l="l" r="r" t="t"/>
                <a:pathLst>
                  <a:path extrusionOk="0" fill="none" h="7576" w="7551">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9" name="Google Shape;479;p16"/>
              <p:cNvSpPr/>
              <p:nvPr/>
            </p:nvSpPr>
            <p:spPr>
              <a:xfrm>
                <a:off x="5367475" y="5025075"/>
                <a:ext cx="81600" cy="105975"/>
              </a:xfrm>
              <a:custGeom>
                <a:rect b="b" l="l" r="r" t="t"/>
                <a:pathLst>
                  <a:path extrusionOk="0" fill="none" h="4239" w="3264">
                    <a:moveTo>
                      <a:pt x="0" y="1"/>
                    </a:moveTo>
                    <a:lnTo>
                      <a:pt x="3264" y="4238"/>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0" name="Google Shape;480;p16"/>
              <p:cNvSpPr/>
              <p:nvPr/>
            </p:nvSpPr>
            <p:spPr>
              <a:xfrm>
                <a:off x="5567800" y="4999500"/>
                <a:ext cx="115100" cy="133975"/>
              </a:xfrm>
              <a:custGeom>
                <a:rect b="b" l="l" r="r" t="t"/>
                <a:pathLst>
                  <a:path extrusionOk="0" fill="none" h="5359" w="4604">
                    <a:moveTo>
                      <a:pt x="0" y="5359"/>
                    </a:moveTo>
                    <a:lnTo>
                      <a:pt x="460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1" name="Google Shape;481;p16"/>
              <p:cNvSpPr/>
              <p:nvPr/>
            </p:nvSpPr>
            <p:spPr>
              <a:xfrm>
                <a:off x="5600075" y="5217475"/>
                <a:ext cx="127275" cy="16475"/>
              </a:xfrm>
              <a:custGeom>
                <a:rect b="b" l="l" r="r" t="t"/>
                <a:pathLst>
                  <a:path extrusionOk="0" fill="none" h="659" w="5091">
                    <a:moveTo>
                      <a:pt x="5090" y="658"/>
                    </a:moveTo>
                    <a:lnTo>
                      <a:pt x="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2" name="Google Shape;482;p16"/>
              <p:cNvSpPr/>
              <p:nvPr/>
            </p:nvSpPr>
            <p:spPr>
              <a:xfrm>
                <a:off x="5497775" y="5299675"/>
                <a:ext cx="4900" cy="126675"/>
              </a:xfrm>
              <a:custGeom>
                <a:rect b="b" l="l" r="r" t="t"/>
                <a:pathLst>
                  <a:path extrusionOk="0" fill="none" h="5067" w="196">
                    <a:moveTo>
                      <a:pt x="0" y="5067"/>
                    </a:moveTo>
                    <a:lnTo>
                      <a:pt x="195"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3" name="Google Shape;483;p16"/>
              <p:cNvSpPr/>
              <p:nvPr/>
            </p:nvSpPr>
            <p:spPr>
              <a:xfrm>
                <a:off x="5277975" y="5241825"/>
                <a:ext cx="141275" cy="58500"/>
              </a:xfrm>
              <a:custGeom>
                <a:rect b="b" l="l" r="r" t="t"/>
                <a:pathLst>
                  <a:path extrusionOk="0" fill="none" h="2340" w="5651">
                    <a:moveTo>
                      <a:pt x="0" y="2339"/>
                    </a:moveTo>
                    <a:lnTo>
                      <a:pt x="565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7"/>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7"/>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Colspan/ Rowspan</a:t>
            </a:r>
            <a:endParaRPr b="0" i="0" sz="3500" u="none" cap="none" strike="noStrike">
              <a:solidFill>
                <a:srgbClr val="3E4754"/>
              </a:solidFill>
              <a:latin typeface="Arial"/>
              <a:ea typeface="Arial"/>
              <a:cs typeface="Arial"/>
              <a:sym typeface="Arial"/>
            </a:endParaRPr>
          </a:p>
        </p:txBody>
      </p:sp>
      <p:pic>
        <p:nvPicPr>
          <p:cNvPr id="490" name="Google Shape;490;p17"/>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491" name="Google Shape;491;p17"/>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2" name="Google Shape;492;p17"/>
          <p:cNvSpPr txBox="1"/>
          <p:nvPr>
            <p:ph idx="1" type="body"/>
          </p:nvPr>
        </p:nvSpPr>
        <p:spPr>
          <a:xfrm>
            <a:off x="5676900" y="2253200"/>
            <a:ext cx="5480400" cy="1247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800"/>
              <a:buNone/>
            </a:pPr>
            <a:r>
              <a:rPr lang="en-US" sz="1800">
                <a:latin typeface="Arial"/>
                <a:ea typeface="Arial"/>
                <a:cs typeface="Arial"/>
                <a:sym typeface="Arial"/>
              </a:rPr>
              <a:t>In this example, we can observe that there are 3 rows. However, the Phone header spans multiple rows.  This is necessary because Jill has two phone numbers.</a:t>
            </a:r>
            <a:endParaRPr sz="2600">
              <a:latin typeface="Arial"/>
              <a:ea typeface="Arial"/>
              <a:cs typeface="Arial"/>
              <a:sym typeface="Arial"/>
            </a:endParaRPr>
          </a:p>
        </p:txBody>
      </p:sp>
      <p:sp>
        <p:nvSpPr>
          <p:cNvPr id="493" name="Google Shape;493;p17"/>
          <p:cNvSpPr txBox="1"/>
          <p:nvPr>
            <p:ph idx="1" type="body"/>
          </p:nvPr>
        </p:nvSpPr>
        <p:spPr>
          <a:xfrm>
            <a:off x="2356750" y="2253200"/>
            <a:ext cx="1714500" cy="593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2400">
                <a:latin typeface="Arial"/>
                <a:ea typeface="Arial"/>
                <a:cs typeface="Arial"/>
                <a:sym typeface="Arial"/>
              </a:rPr>
              <a:t>Example:</a:t>
            </a:r>
            <a:endParaRPr sz="2400">
              <a:latin typeface="Arial"/>
              <a:ea typeface="Arial"/>
              <a:cs typeface="Arial"/>
              <a:sym typeface="Arial"/>
            </a:endParaRPr>
          </a:p>
        </p:txBody>
      </p:sp>
      <p:sp>
        <p:nvSpPr>
          <p:cNvPr id="494" name="Google Shape;494;p17"/>
          <p:cNvSpPr/>
          <p:nvPr/>
        </p:nvSpPr>
        <p:spPr>
          <a:xfrm>
            <a:off x="6139350" y="4550400"/>
            <a:ext cx="606900" cy="268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495" name="Google Shape;495;p17"/>
          <p:cNvPicPr preferRelativeResize="0"/>
          <p:nvPr/>
        </p:nvPicPr>
        <p:blipFill rotWithShape="1">
          <a:blip r:embed="rId4">
            <a:alphaModFix/>
          </a:blip>
          <a:srcRect b="0" l="0" r="0" t="0"/>
          <a:stretch/>
        </p:blipFill>
        <p:spPr>
          <a:xfrm>
            <a:off x="2318657" y="3989900"/>
            <a:ext cx="3286125" cy="1457325"/>
          </a:xfrm>
          <a:prstGeom prst="rect">
            <a:avLst/>
          </a:prstGeom>
          <a:noFill/>
          <a:ln>
            <a:noFill/>
          </a:ln>
        </p:spPr>
      </p:pic>
      <p:pic>
        <p:nvPicPr>
          <p:cNvPr id="496" name="Google Shape;496;p17"/>
          <p:cNvPicPr preferRelativeResize="0"/>
          <p:nvPr/>
        </p:nvPicPr>
        <p:blipFill rotWithShape="1">
          <a:blip r:embed="rId5">
            <a:alphaModFix/>
          </a:blip>
          <a:srcRect b="0" l="0" r="0" t="0"/>
          <a:stretch/>
        </p:blipFill>
        <p:spPr>
          <a:xfrm>
            <a:off x="7279650" y="3958100"/>
            <a:ext cx="3248025" cy="1447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8"/>
          <p:cNvSpPr/>
          <p:nvPr/>
        </p:nvSpPr>
        <p:spPr>
          <a:xfrm>
            <a:off x="7200900" y="1426200"/>
            <a:ext cx="4991400" cy="1317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8"/>
          <p:cNvSpPr/>
          <p:nvPr/>
        </p:nvSpPr>
        <p:spPr>
          <a:xfrm>
            <a:off x="1409700" y="1657350"/>
            <a:ext cx="1497000" cy="514500"/>
          </a:xfrm>
          <a:prstGeom prst="rect">
            <a:avLst/>
          </a:prstGeom>
          <a:solidFill>
            <a:srgbClr val="D9D2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8"/>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18"/>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Colspan/ Rowspan</a:t>
            </a:r>
            <a:endParaRPr b="0" i="0" sz="3500" u="none" cap="none" strike="noStrike">
              <a:solidFill>
                <a:srgbClr val="3E4754"/>
              </a:solidFill>
              <a:latin typeface="Arial"/>
              <a:ea typeface="Arial"/>
              <a:cs typeface="Arial"/>
              <a:sym typeface="Arial"/>
            </a:endParaRPr>
          </a:p>
        </p:txBody>
      </p:sp>
      <p:pic>
        <p:nvPicPr>
          <p:cNvPr id="505" name="Google Shape;505;p18"/>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506" name="Google Shape;506;p18"/>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p18"/>
          <p:cNvSpPr txBox="1"/>
          <p:nvPr>
            <p:ph idx="1" type="body"/>
          </p:nvPr>
        </p:nvSpPr>
        <p:spPr>
          <a:xfrm>
            <a:off x="1480450" y="1661025"/>
            <a:ext cx="1718100" cy="640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rPr>
              <a:t>Colspan</a:t>
            </a:r>
            <a:endParaRPr sz="2400"/>
          </a:p>
        </p:txBody>
      </p:sp>
      <p:sp>
        <p:nvSpPr>
          <p:cNvPr id="508" name="Google Shape;508;p18"/>
          <p:cNvSpPr txBox="1"/>
          <p:nvPr/>
        </p:nvSpPr>
        <p:spPr>
          <a:xfrm>
            <a:off x="2980025" y="5812025"/>
            <a:ext cx="71835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09" name="Google Shape;509;p18"/>
          <p:cNvSpPr txBox="1"/>
          <p:nvPr/>
        </p:nvSpPr>
        <p:spPr>
          <a:xfrm>
            <a:off x="7438550" y="1438200"/>
            <a:ext cx="43053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FFFFFF"/>
                </a:solidFill>
                <a:latin typeface="Arial"/>
                <a:ea typeface="Arial"/>
                <a:cs typeface="Arial"/>
                <a:sym typeface="Arial"/>
              </a:rPr>
              <a:t>Explanation: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chemeClr val="accent4"/>
                </a:solidFill>
                <a:latin typeface="Arial"/>
                <a:ea typeface="Arial"/>
                <a:cs typeface="Arial"/>
                <a:sym typeface="Arial"/>
              </a:rPr>
              <a:t>colspan=”2” </a:t>
            </a:r>
            <a:r>
              <a:rPr b="0" i="0" lang="en-US" sz="1800" u="none" cap="none" strike="noStrike">
                <a:solidFill>
                  <a:srgbClr val="FFFFFF"/>
                </a:solidFill>
                <a:latin typeface="Arial"/>
                <a:ea typeface="Arial"/>
                <a:cs typeface="Arial"/>
                <a:sym typeface="Arial"/>
              </a:rPr>
              <a:t>instructs the table to stretch the cell to fill two columns.</a:t>
            </a:r>
            <a:endParaRPr b="0" i="0" sz="1800" u="none" cap="none" strike="noStrike">
              <a:solidFill>
                <a:srgbClr val="FFFFFF"/>
              </a:solidFill>
              <a:latin typeface="Arial"/>
              <a:ea typeface="Arial"/>
              <a:cs typeface="Arial"/>
              <a:sym typeface="Arial"/>
            </a:endParaRPr>
          </a:p>
        </p:txBody>
      </p:sp>
      <p:sp>
        <p:nvSpPr>
          <p:cNvPr id="510" name="Google Shape;510;p18"/>
          <p:cNvSpPr txBox="1"/>
          <p:nvPr>
            <p:ph idx="1" type="body"/>
          </p:nvPr>
        </p:nvSpPr>
        <p:spPr>
          <a:xfrm>
            <a:off x="1825750" y="2536350"/>
            <a:ext cx="4175100" cy="355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table</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th colspan</a:t>
            </a:r>
            <a:r>
              <a:rPr lang="en-US" sz="1400">
                <a:solidFill>
                  <a:srgbClr val="0000FF"/>
                </a:solidFill>
                <a:latin typeface="Courier New"/>
                <a:ea typeface="Courier New"/>
                <a:cs typeface="Courier New"/>
                <a:sym typeface="Courier New"/>
              </a:rPr>
              <a:t>="2"</a:t>
            </a:r>
            <a:r>
              <a:rPr lang="en-US" sz="1400">
                <a:solidFill>
                  <a:srgbClr val="0000CD"/>
                </a:solidFill>
                <a:latin typeface="Courier New"/>
                <a:ea typeface="Courier New"/>
                <a:cs typeface="Courier New"/>
                <a:sym typeface="Courier New"/>
              </a:rPr>
              <a:t>&gt;</a:t>
            </a:r>
            <a:r>
              <a:rPr lang="en-US" sz="1400"/>
              <a:t>Name</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/th</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th</a:t>
            </a:r>
            <a:r>
              <a:rPr lang="en-US" sz="1400">
                <a:solidFill>
                  <a:srgbClr val="0000CD"/>
                </a:solidFill>
                <a:latin typeface="Courier New"/>
                <a:ea typeface="Courier New"/>
                <a:cs typeface="Courier New"/>
                <a:sym typeface="Courier New"/>
              </a:rPr>
              <a:t>&gt;</a:t>
            </a:r>
            <a:r>
              <a:rPr lang="en-US" sz="1400"/>
              <a:t>Gender</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Peter</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Chan</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M</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/table</a:t>
            </a:r>
            <a:r>
              <a:rPr lang="en-US" sz="1400">
                <a:solidFill>
                  <a:srgbClr val="0000CD"/>
                </a:solidFill>
                <a:latin typeface="Courier New"/>
                <a:ea typeface="Courier New"/>
                <a:cs typeface="Courier New"/>
                <a:sym typeface="Courier New"/>
              </a:rPr>
              <a:t>&gt;</a:t>
            </a:r>
            <a:endParaRPr sz="2400"/>
          </a:p>
        </p:txBody>
      </p:sp>
      <p:sp>
        <p:nvSpPr>
          <p:cNvPr id="511" name="Google Shape;511;p18"/>
          <p:cNvSpPr/>
          <p:nvPr/>
        </p:nvSpPr>
        <p:spPr>
          <a:xfrm>
            <a:off x="6144900" y="3921838"/>
            <a:ext cx="606900" cy="268800"/>
          </a:xfrm>
          <a:prstGeom prst="rightArrow">
            <a:avLst>
              <a:gd fmla="val 50000" name="adj1"/>
              <a:gd fmla="val 50000" name="adj2"/>
            </a:avLst>
          </a:prstGeom>
          <a:solidFill>
            <a:srgbClr val="B4A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512" name="Google Shape;512;p18"/>
          <p:cNvPicPr preferRelativeResize="0"/>
          <p:nvPr/>
        </p:nvPicPr>
        <p:blipFill rotWithShape="1">
          <a:blip r:embed="rId4">
            <a:alphaModFix/>
          </a:blip>
          <a:srcRect b="0" l="0" r="0" t="0"/>
          <a:stretch/>
        </p:blipFill>
        <p:spPr>
          <a:xfrm>
            <a:off x="7513800" y="3429000"/>
            <a:ext cx="3522162" cy="1426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9"/>
          <p:cNvSpPr/>
          <p:nvPr/>
        </p:nvSpPr>
        <p:spPr>
          <a:xfrm>
            <a:off x="7200900" y="1426200"/>
            <a:ext cx="4991400" cy="1317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9"/>
          <p:cNvSpPr/>
          <p:nvPr/>
        </p:nvSpPr>
        <p:spPr>
          <a:xfrm>
            <a:off x="1409700" y="1657350"/>
            <a:ext cx="1497000" cy="5145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9"/>
          <p:cNvSpPr/>
          <p:nvPr/>
        </p:nvSpPr>
        <p:spPr>
          <a:xfrm>
            <a:off x="0" y="0"/>
            <a:ext cx="12192000" cy="14262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9"/>
          <p:cNvSpPr txBox="1"/>
          <p:nvPr/>
        </p:nvSpPr>
        <p:spPr>
          <a:xfrm>
            <a:off x="2635675" y="259675"/>
            <a:ext cx="8185800" cy="843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0" i="0" lang="en-US" sz="3500" u="none" cap="none" strike="noStrike">
                <a:solidFill>
                  <a:srgbClr val="3E4754"/>
                </a:solidFill>
                <a:latin typeface="Arial"/>
                <a:ea typeface="Arial"/>
                <a:cs typeface="Arial"/>
                <a:sym typeface="Arial"/>
              </a:rPr>
              <a:t>Table Colspan/ Rowspan</a:t>
            </a:r>
            <a:endParaRPr b="0" i="0" sz="3500" u="none" cap="none" strike="noStrike">
              <a:solidFill>
                <a:srgbClr val="3E4754"/>
              </a:solidFill>
              <a:latin typeface="Arial"/>
              <a:ea typeface="Arial"/>
              <a:cs typeface="Arial"/>
              <a:sym typeface="Arial"/>
            </a:endParaRPr>
          </a:p>
        </p:txBody>
      </p:sp>
      <p:pic>
        <p:nvPicPr>
          <p:cNvPr id="521" name="Google Shape;521;p19"/>
          <p:cNvPicPr preferRelativeResize="0"/>
          <p:nvPr/>
        </p:nvPicPr>
        <p:blipFill rotWithShape="1">
          <a:blip r:embed="rId3">
            <a:alphaModFix/>
          </a:blip>
          <a:srcRect b="0" l="0" r="0" t="0"/>
          <a:stretch/>
        </p:blipFill>
        <p:spPr>
          <a:xfrm>
            <a:off x="1742574" y="315987"/>
            <a:ext cx="730650" cy="730675"/>
          </a:xfrm>
          <a:prstGeom prst="rect">
            <a:avLst/>
          </a:prstGeom>
          <a:noFill/>
          <a:ln>
            <a:noFill/>
          </a:ln>
        </p:spPr>
      </p:pic>
      <p:sp>
        <p:nvSpPr>
          <p:cNvPr id="522" name="Google Shape;522;p19"/>
          <p:cNvSpPr/>
          <p:nvPr/>
        </p:nvSpPr>
        <p:spPr>
          <a:xfrm rot="5400000">
            <a:off x="-2696984" y="2680559"/>
            <a:ext cx="6858000" cy="149688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19"/>
          <p:cNvSpPr txBox="1"/>
          <p:nvPr>
            <p:ph idx="1" type="body"/>
          </p:nvPr>
        </p:nvSpPr>
        <p:spPr>
          <a:xfrm>
            <a:off x="1480450" y="1657350"/>
            <a:ext cx="1497000" cy="602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400">
                <a:solidFill>
                  <a:srgbClr val="000000"/>
                </a:solidFill>
                <a:latin typeface="Arial"/>
                <a:ea typeface="Arial"/>
                <a:cs typeface="Arial"/>
                <a:sym typeface="Arial"/>
              </a:rPr>
              <a:t>Rowspan</a:t>
            </a:r>
            <a:endParaRPr sz="2400">
              <a:latin typeface="Arial"/>
              <a:ea typeface="Arial"/>
              <a:cs typeface="Arial"/>
              <a:sym typeface="Arial"/>
            </a:endParaRPr>
          </a:p>
        </p:txBody>
      </p:sp>
      <p:sp>
        <p:nvSpPr>
          <p:cNvPr id="524" name="Google Shape;524;p19"/>
          <p:cNvSpPr txBox="1"/>
          <p:nvPr/>
        </p:nvSpPr>
        <p:spPr>
          <a:xfrm>
            <a:off x="7426975" y="1438200"/>
            <a:ext cx="42099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FFFFFF"/>
                </a:solidFill>
                <a:latin typeface="Arial"/>
                <a:ea typeface="Arial"/>
                <a:cs typeface="Arial"/>
                <a:sym typeface="Arial"/>
              </a:rPr>
              <a:t>Explanation: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chemeClr val="accent6"/>
                </a:solidFill>
                <a:latin typeface="Arial"/>
                <a:ea typeface="Arial"/>
                <a:cs typeface="Arial"/>
                <a:sym typeface="Arial"/>
              </a:rPr>
              <a:t>rowspan=”2” </a:t>
            </a:r>
            <a:r>
              <a:rPr b="0" i="0" lang="en-US" sz="1800" u="none" cap="none" strike="noStrike">
                <a:solidFill>
                  <a:srgbClr val="FFFFFF"/>
                </a:solidFill>
                <a:latin typeface="Arial"/>
                <a:ea typeface="Arial"/>
                <a:cs typeface="Arial"/>
                <a:sym typeface="Arial"/>
              </a:rPr>
              <a:t>instructs the table to stretch the cell to fill two columns.</a:t>
            </a:r>
            <a:endParaRPr b="0" i="0" sz="1800" u="none" cap="none" strike="noStrike">
              <a:solidFill>
                <a:srgbClr val="FFFFFF"/>
              </a:solidFill>
              <a:latin typeface="Arial"/>
              <a:ea typeface="Arial"/>
              <a:cs typeface="Arial"/>
              <a:sym typeface="Arial"/>
            </a:endParaRPr>
          </a:p>
        </p:txBody>
      </p:sp>
      <p:sp>
        <p:nvSpPr>
          <p:cNvPr id="525" name="Google Shape;525;p19"/>
          <p:cNvSpPr/>
          <p:nvPr/>
        </p:nvSpPr>
        <p:spPr>
          <a:xfrm>
            <a:off x="6144900" y="3921838"/>
            <a:ext cx="606900" cy="268800"/>
          </a:xfrm>
          <a:prstGeom prst="rightArrow">
            <a:avLst>
              <a:gd fmla="val 50000" name="adj1"/>
              <a:gd fmla="val 50000" name="adj2"/>
            </a:avLst>
          </a:prstGeom>
          <a:solidFill>
            <a:srgbClr val="9FC5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26" name="Google Shape;526;p19"/>
          <p:cNvSpPr txBox="1"/>
          <p:nvPr>
            <p:ph idx="1" type="body"/>
          </p:nvPr>
        </p:nvSpPr>
        <p:spPr>
          <a:xfrm>
            <a:off x="1844225" y="2336925"/>
            <a:ext cx="3936900" cy="364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table</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th rowspan</a:t>
            </a:r>
            <a:r>
              <a:rPr lang="en-US" sz="1400">
                <a:solidFill>
                  <a:srgbClr val="0000FF"/>
                </a:solidFill>
                <a:latin typeface="Courier New"/>
                <a:ea typeface="Courier New"/>
                <a:cs typeface="Courier New"/>
                <a:sym typeface="Courier New"/>
              </a:rPr>
              <a:t>="2"</a:t>
            </a:r>
            <a:r>
              <a:rPr lang="en-US" sz="1400">
                <a:solidFill>
                  <a:srgbClr val="0000CD"/>
                </a:solidFill>
                <a:latin typeface="Courier New"/>
                <a:ea typeface="Courier New"/>
                <a:cs typeface="Courier New"/>
                <a:sym typeface="Courier New"/>
              </a:rPr>
              <a:t>&gt;</a:t>
            </a:r>
            <a:r>
              <a:rPr lang="en-US" sz="1400"/>
              <a:t>Scores</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/th</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English</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Maths</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Science</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9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70</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80</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45720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r>
              <a:rPr lang="en-US" sz="1400"/>
              <a:t>90</a:t>
            </a: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/td</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45720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tr</a:t>
            </a:r>
            <a:r>
              <a:rPr lang="en-US" sz="1400">
                <a:solidFill>
                  <a:srgbClr val="0000CD"/>
                </a:solidFill>
                <a:latin typeface="Courier New"/>
                <a:ea typeface="Courier New"/>
                <a:cs typeface="Courier New"/>
                <a:sym typeface="Courier New"/>
              </a:rPr>
              <a:t>&gt;</a:t>
            </a:r>
            <a:endParaRPr sz="1400">
              <a:solidFill>
                <a:srgbClr val="0000CD"/>
              </a:solidFill>
              <a:latin typeface="Courier New"/>
              <a:ea typeface="Courier New"/>
              <a:cs typeface="Courier New"/>
              <a:sym typeface="Courier New"/>
            </a:endParaRPr>
          </a:p>
          <a:p>
            <a:pPr indent="0" lvl="0" marL="0" rtl="0" algn="l">
              <a:lnSpc>
                <a:spcPct val="90000"/>
              </a:lnSpc>
              <a:spcBef>
                <a:spcPts val="1000"/>
              </a:spcBef>
              <a:spcAft>
                <a:spcPts val="0"/>
              </a:spcAft>
              <a:buSzPts val="1800"/>
              <a:buNone/>
            </a:pPr>
            <a:r>
              <a:rPr lang="en-US" sz="1400">
                <a:solidFill>
                  <a:srgbClr val="0000CD"/>
                </a:solidFill>
                <a:latin typeface="Courier New"/>
                <a:ea typeface="Courier New"/>
                <a:cs typeface="Courier New"/>
                <a:sym typeface="Courier New"/>
              </a:rPr>
              <a:t>&lt;</a:t>
            </a:r>
            <a:r>
              <a:rPr lang="en-US" sz="1400">
                <a:solidFill>
                  <a:srgbClr val="A52A2A"/>
                </a:solidFill>
                <a:latin typeface="Courier New"/>
                <a:ea typeface="Courier New"/>
                <a:cs typeface="Courier New"/>
                <a:sym typeface="Courier New"/>
              </a:rPr>
              <a:t>/table</a:t>
            </a:r>
            <a:r>
              <a:rPr lang="en-US" sz="1400">
                <a:solidFill>
                  <a:srgbClr val="0000CD"/>
                </a:solidFill>
                <a:latin typeface="Courier New"/>
                <a:ea typeface="Courier New"/>
                <a:cs typeface="Courier New"/>
                <a:sym typeface="Courier New"/>
              </a:rPr>
              <a:t>&gt;</a:t>
            </a:r>
            <a:endParaRPr sz="2400"/>
          </a:p>
        </p:txBody>
      </p:sp>
      <p:pic>
        <p:nvPicPr>
          <p:cNvPr id="527" name="Google Shape;527;p19"/>
          <p:cNvPicPr preferRelativeResize="0"/>
          <p:nvPr/>
        </p:nvPicPr>
        <p:blipFill rotWithShape="1">
          <a:blip r:embed="rId4">
            <a:alphaModFix/>
          </a:blip>
          <a:srcRect b="0" l="0" r="0" t="0"/>
          <a:stretch/>
        </p:blipFill>
        <p:spPr>
          <a:xfrm>
            <a:off x="7361400" y="3352800"/>
            <a:ext cx="4210050" cy="1171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4755"/>
        </a:solidFill>
      </p:bgPr>
    </p:bg>
    <p:spTree>
      <p:nvGrpSpPr>
        <p:cNvPr id="531" name="Shape 531"/>
        <p:cNvGrpSpPr/>
        <p:nvPr/>
      </p:nvGrpSpPr>
      <p:grpSpPr>
        <a:xfrm>
          <a:off x="0" y="0"/>
          <a:ext cx="0" cy="0"/>
          <a:chOff x="0" y="0"/>
          <a:chExt cx="0" cy="0"/>
        </a:xfrm>
      </p:grpSpPr>
      <p:sp>
        <p:nvSpPr>
          <p:cNvPr id="532" name="Google Shape;532;p20"/>
          <p:cNvSpPr/>
          <p:nvPr/>
        </p:nvSpPr>
        <p:spPr>
          <a:xfrm rot="-5400000">
            <a:off x="6405643" y="1071599"/>
            <a:ext cx="6858000" cy="4714800"/>
          </a:xfrm>
          <a:prstGeom prst="round2SameRect">
            <a:avLst>
              <a:gd fmla="val 50000" name="adj1"/>
              <a:gd fmla="val 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33" name="Google Shape;533;p20"/>
          <p:cNvPicPr preferRelativeResize="0"/>
          <p:nvPr/>
        </p:nvPicPr>
        <p:blipFill rotWithShape="1">
          <a:blip r:embed="rId3">
            <a:alphaModFix/>
          </a:blip>
          <a:srcRect b="0" l="0" r="0" t="0"/>
          <a:stretch/>
        </p:blipFill>
        <p:spPr>
          <a:xfrm>
            <a:off x="5839968" y="241300"/>
            <a:ext cx="6352032" cy="6352032"/>
          </a:xfrm>
          <a:prstGeom prst="rect">
            <a:avLst/>
          </a:prstGeom>
          <a:noFill/>
          <a:ln>
            <a:noFill/>
          </a:ln>
        </p:spPr>
      </p:pic>
      <p:sp>
        <p:nvSpPr>
          <p:cNvPr id="534" name="Google Shape;534;p20"/>
          <p:cNvSpPr txBox="1"/>
          <p:nvPr>
            <p:ph type="title"/>
          </p:nvPr>
        </p:nvSpPr>
        <p:spPr>
          <a:xfrm>
            <a:off x="1145142" y="641064"/>
            <a:ext cx="50019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rPr lang="en-US" sz="2800">
                <a:solidFill>
                  <a:schemeClr val="lt1"/>
                </a:solidFill>
                <a:latin typeface="Arial"/>
                <a:ea typeface="Arial"/>
                <a:cs typeface="Arial"/>
                <a:sym typeface="Arial"/>
              </a:rPr>
              <a:t>That’s all for this module!</a:t>
            </a:r>
            <a:endParaRPr sz="28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t/>
            </a:r>
            <a:endParaRPr sz="5400">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5400"/>
              <a:buFont typeface="Arial"/>
              <a:buNone/>
            </a:pPr>
            <a:r>
              <a:rPr lang="en-US" sz="5400">
                <a:solidFill>
                  <a:schemeClr val="accent4"/>
                </a:solidFill>
                <a:latin typeface="Arial"/>
                <a:ea typeface="Arial"/>
                <a:cs typeface="Arial"/>
                <a:sym typeface="Arial"/>
              </a:rPr>
              <a:t>THANK YOU!</a:t>
            </a:r>
            <a:endParaRPr>
              <a:solidFill>
                <a:schemeClr val="accent4"/>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alentlabs ERB course Theme">
  <a:themeElements>
    <a:clrScheme name="TalentLabs">
      <a:dk1>
        <a:srgbClr val="3E4754"/>
      </a:dk1>
      <a:lt1>
        <a:srgbClr val="F0EFEE"/>
      </a:lt1>
      <a:dk2>
        <a:srgbClr val="3C607E"/>
      </a:dk2>
      <a:lt2>
        <a:srgbClr val="E6E6E6"/>
      </a:lt2>
      <a:accent1>
        <a:srgbClr val="5080A6"/>
      </a:accent1>
      <a:accent2>
        <a:srgbClr val="FFB182"/>
      </a:accent2>
      <a:accent3>
        <a:srgbClr val="FFBBC6"/>
      </a:accent3>
      <a:accent4>
        <a:srgbClr val="FBD590"/>
      </a:accent4>
      <a:accent5>
        <a:srgbClr val="77A8C9"/>
      </a:accent5>
      <a:accent6>
        <a:srgbClr val="C4E7AA"/>
      </a:accent6>
      <a:hlink>
        <a:srgbClr val="DABAA3"/>
      </a:hlink>
      <a:folHlink>
        <a:srgbClr val="77A8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